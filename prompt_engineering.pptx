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5" Type="http://schemas.openxmlformats.org/officedocument/2006/relationships/metadata/core-properties" Target="docProps/core0.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6"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 /><Relationship Id="rId13" Type="http://schemas.openxmlformats.org/officeDocument/2006/relationships/slide" Target="slides/slide11.xml" /><Relationship Id="rId18" Type="http://schemas.openxmlformats.org/officeDocument/2006/relationships/tableStyles" Target="tableStyles.xml" /><Relationship Id="rId3" Type="http://schemas.openxmlformats.org/officeDocument/2006/relationships/slide" Target="slides/slide1.xml" /><Relationship Id="rId7" Type="http://schemas.openxmlformats.org/officeDocument/2006/relationships/slide" Target="slides/slide5.xml" /><Relationship Id="rId12" Type="http://schemas.openxmlformats.org/officeDocument/2006/relationships/slide" Target="slides/slide10.xml" /><Relationship Id="rId17" Type="http://schemas.openxmlformats.org/officeDocument/2006/relationships/theme" Target="theme/theme1.xml" /><Relationship Id="rId2" Type="http://schemas.openxmlformats.org/officeDocument/2006/relationships/slideMaster" Target="slideMasters/slideMaster2.xml" /><Relationship Id="rId16"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4.xml" /><Relationship Id="rId11" Type="http://schemas.openxmlformats.org/officeDocument/2006/relationships/slide" Target="slides/slide9.xml" /><Relationship Id="rId5" Type="http://schemas.openxmlformats.org/officeDocument/2006/relationships/slide" Target="slides/slide3.xml" /><Relationship Id="rId15" Type="http://schemas.openxmlformats.org/officeDocument/2006/relationships/presProps" Target="presProps.xml" /><Relationship Id="rId10" Type="http://schemas.openxmlformats.org/officeDocument/2006/relationships/slide" Target="slides/slide8.xml" /><Relationship Id="rId4" Type="http://schemas.openxmlformats.org/officeDocument/2006/relationships/slide" Target="slides/slide2.xml" /><Relationship Id="rId9" Type="http://schemas.openxmlformats.org/officeDocument/2006/relationships/slide" Target="slides/slide7.xml" /><Relationship Id="rId14" Type="http://schemas.openxmlformats.org/officeDocument/2006/relationships/slide" Target="slides/slide12.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0.xml.rels><?xml version="1.0" encoding="UTF-8" standalone="yes"?>
<Relationships xmlns="http://schemas.openxmlformats.org/package/2006/relationships"><Relationship Id="rId3" Type="http://schemas.openxmlformats.org/officeDocument/2006/relationships/hyperlink" Target="http://bit.ly/2TtBDfr" TargetMode="External" /><Relationship Id="rId2" Type="http://schemas.openxmlformats.org/officeDocument/2006/relationships/hyperlink" Target="http://bit.ly/2Tynxth" TargetMode="External" /><Relationship Id="rId1" Type="http://schemas.openxmlformats.org/officeDocument/2006/relationships/slideMaster" Target="../slideMasters/slideMaster1.xml" /></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gradFill rotWithShape="0">
          <a:gsLst>
            <a:gs pos="0">
              <a:srgbClr val="0D092A"/>
            </a:gs>
            <a:gs pos="100000">
              <a:srgbClr val="3333B8"/>
            </a:gs>
          </a:gsLst>
          <a:lin ang="18900000"/>
        </a:gra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713160" y="1141560"/>
            <a:ext cx="4639680" cy="2232000"/>
          </a:xfrm>
          <a:prstGeom prst="rect">
            <a:avLst/>
          </a:prstGeom>
          <a:noFill/>
          <a:ln w="0">
            <a:noFill/>
          </a:ln>
        </p:spPr>
        <p:txBody>
          <a:bodyPr lIns="91440" tIns="91440" rIns="91440" bIns="91440" anchor="b">
            <a:noAutofit/>
          </a:bodyPr>
          <a:lstStyle/>
          <a:p>
            <a:pPr indent="0">
              <a:buNone/>
            </a:pPr>
            <a:r>
              <a:rPr lang="fr-FR" sz="5200" b="0" u="none" strike="noStrike">
                <a:solidFill>
                  <a:schemeClr val="dk1"/>
                </a:solidFill>
                <a:effectLst/>
                <a:uFillTx/>
                <a:latin typeface="Arial"/>
              </a:rPr>
              <a:t>Click to edit the title text format</a:t>
            </a: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gradFill rotWithShape="0">
          <a:gsLst>
            <a:gs pos="0">
              <a:srgbClr val="0D092A"/>
            </a:gs>
            <a:gs pos="100000">
              <a:srgbClr val="3333B8"/>
            </a:gs>
          </a:gsLst>
          <a:lin ang="18900000"/>
        </a:gra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706680" y="1096200"/>
            <a:ext cx="5647680" cy="1234080"/>
          </a:xfrm>
          <a:prstGeom prst="rect">
            <a:avLst/>
          </a:prstGeom>
          <a:noFill/>
          <a:ln w="0">
            <a:noFill/>
          </a:ln>
        </p:spPr>
        <p:txBody>
          <a:bodyPr lIns="91440" tIns="91440" rIns="91440" bIns="91440" anchor="ctr">
            <a:noAutofit/>
          </a:bodyPr>
          <a:lstStyle/>
          <a:p>
            <a:pPr indent="0">
              <a:lnSpc>
                <a:spcPct val="100000"/>
              </a:lnSpc>
              <a:buNone/>
            </a:pPr>
            <a:r>
              <a:rPr lang="fr-FR" sz="8500" b="1" u="none" strike="noStrike">
                <a:solidFill>
                  <a:schemeClr val="accent1"/>
                </a:solidFill>
                <a:effectLst/>
                <a:uFillTx/>
                <a:latin typeface="Orbitron"/>
                <a:ea typeface="Orbitron"/>
              </a:rPr>
              <a:t>xx%</a:t>
            </a:r>
            <a:endParaRPr lang="fr-FR" sz="85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bg>
      <p:bgPr>
        <a:gradFill rotWithShape="0">
          <a:gsLst>
            <a:gs pos="0">
              <a:srgbClr val="0D092A"/>
            </a:gs>
            <a:gs pos="100000">
              <a:srgbClr val="3333B8"/>
            </a:gs>
          </a:gsLst>
          <a:lin ang="18900000"/>
        </a:gradFill>
        <a:effectLst/>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720000" y="1832040"/>
            <a:ext cx="2071800" cy="527400"/>
          </a:xfrm>
          <a:prstGeom prst="rect">
            <a:avLst/>
          </a:prstGeom>
          <a:noFill/>
          <a:ln w="0">
            <a:noFill/>
          </a:ln>
        </p:spPr>
        <p:txBody>
          <a:bodyPr lIns="91440" tIns="91440" rIns="91440" bIns="91440" anchor="ctr">
            <a:noAutofit/>
          </a:bodyPr>
          <a:lstStyle/>
          <a:p>
            <a:pPr indent="0">
              <a:buNone/>
            </a:pPr>
            <a:r>
              <a:rPr lang="fr-FR" sz="2000" b="0" u="none" strike="noStrike">
                <a:solidFill>
                  <a:schemeClr val="dk1"/>
                </a:solidFill>
                <a:effectLst/>
                <a:uFillTx/>
                <a:latin typeface="Arial"/>
              </a:rPr>
              <a:t>Click to edit the title text format</a:t>
            </a:r>
          </a:p>
        </p:txBody>
      </p:sp>
      <p:sp>
        <p:nvSpPr>
          <p:cNvPr id="4" name="PlaceHolder 2"/>
          <p:cNvSpPr>
            <a:spLocks noGrp="1"/>
          </p:cNvSpPr>
          <p:nvPr>
            <p:ph type="title"/>
          </p:nvPr>
        </p:nvSpPr>
        <p:spPr>
          <a:xfrm>
            <a:off x="1308960" y="1437120"/>
            <a:ext cx="893520" cy="358560"/>
          </a:xfrm>
          <a:prstGeom prst="rect">
            <a:avLst/>
          </a:prstGeom>
          <a:noFill/>
          <a:ln w="0">
            <a:noFill/>
          </a:ln>
        </p:spPr>
        <p:txBody>
          <a:bodyPr lIns="91440" tIns="91440" rIns="91440" bIns="91440" anchor="ctr">
            <a:noAutofit/>
          </a:bodyPr>
          <a:lstStyle/>
          <a:p>
            <a:pPr indent="0" algn="ctr">
              <a:lnSpc>
                <a:spcPct val="100000"/>
              </a:lnSpc>
              <a:buNone/>
            </a:pPr>
            <a:r>
              <a:rPr lang="fr-FR" sz="2800" b="1" u="none" strike="noStrike">
                <a:solidFill>
                  <a:schemeClr val="dk1"/>
                </a:solidFill>
                <a:effectLst/>
                <a:uFillTx/>
                <a:latin typeface="Orbitron"/>
                <a:ea typeface="Orbitron"/>
              </a:rPr>
              <a:t>xx%</a:t>
            </a:r>
            <a:endParaRPr lang="fr-FR" sz="2800" b="0" u="none" strike="noStrike">
              <a:solidFill>
                <a:schemeClr val="dk1"/>
              </a:solidFill>
              <a:effectLst/>
              <a:uFillTx/>
              <a:latin typeface="Arial"/>
            </a:endParaRPr>
          </a:p>
        </p:txBody>
      </p:sp>
      <p:sp>
        <p:nvSpPr>
          <p:cNvPr id="5" name="PlaceHolder 3"/>
          <p:cNvSpPr>
            <a:spLocks noGrp="1"/>
          </p:cNvSpPr>
          <p:nvPr>
            <p:ph type="title"/>
          </p:nvPr>
        </p:nvSpPr>
        <p:spPr>
          <a:xfrm>
            <a:off x="3535920" y="1832040"/>
            <a:ext cx="2071800" cy="527400"/>
          </a:xfrm>
          <a:prstGeom prst="rect">
            <a:avLst/>
          </a:prstGeom>
          <a:noFill/>
          <a:ln w="0">
            <a:noFill/>
          </a:ln>
        </p:spPr>
        <p:txBody>
          <a:bodyPr lIns="91440" tIns="91440" rIns="91440" bIns="91440" anchor="ctr">
            <a:noAutofit/>
          </a:bodyPr>
          <a:lstStyle/>
          <a:p>
            <a:pPr indent="0">
              <a:buNone/>
            </a:pPr>
            <a:r>
              <a:rPr lang="fr-FR" sz="2000" b="0" u="none" strike="noStrike">
                <a:solidFill>
                  <a:schemeClr val="dk1"/>
                </a:solidFill>
                <a:effectLst/>
                <a:uFillTx/>
                <a:latin typeface="Arial"/>
              </a:rPr>
              <a:t>Click to edit the title text format</a:t>
            </a:r>
          </a:p>
        </p:txBody>
      </p:sp>
      <p:sp>
        <p:nvSpPr>
          <p:cNvPr id="6" name="PlaceHolder 4"/>
          <p:cNvSpPr>
            <a:spLocks noGrp="1"/>
          </p:cNvSpPr>
          <p:nvPr>
            <p:ph type="title"/>
          </p:nvPr>
        </p:nvSpPr>
        <p:spPr>
          <a:xfrm>
            <a:off x="4092480" y="1437120"/>
            <a:ext cx="893520" cy="358560"/>
          </a:xfrm>
          <a:prstGeom prst="rect">
            <a:avLst/>
          </a:prstGeom>
          <a:noFill/>
          <a:ln w="0">
            <a:noFill/>
          </a:ln>
        </p:spPr>
        <p:txBody>
          <a:bodyPr lIns="91440" tIns="91440" rIns="91440" bIns="91440" anchor="ctr">
            <a:noAutofit/>
          </a:bodyPr>
          <a:lstStyle/>
          <a:p>
            <a:pPr indent="0" algn="ctr">
              <a:lnSpc>
                <a:spcPct val="100000"/>
              </a:lnSpc>
              <a:buNone/>
            </a:pPr>
            <a:r>
              <a:rPr lang="fr-FR" sz="2800" b="1" u="none" strike="noStrike">
                <a:solidFill>
                  <a:schemeClr val="dk1"/>
                </a:solidFill>
                <a:effectLst/>
                <a:uFillTx/>
                <a:latin typeface="Orbitron"/>
                <a:ea typeface="Orbitron"/>
              </a:rPr>
              <a:t>xx%</a:t>
            </a:r>
            <a:endParaRPr lang="fr-FR" sz="2800" b="0" u="none" strike="noStrike">
              <a:solidFill>
                <a:schemeClr val="dk1"/>
              </a:solidFill>
              <a:effectLst/>
              <a:uFillTx/>
              <a:latin typeface="Arial"/>
            </a:endParaRPr>
          </a:p>
        </p:txBody>
      </p:sp>
      <p:sp>
        <p:nvSpPr>
          <p:cNvPr id="7" name="PlaceHolder 5"/>
          <p:cNvSpPr>
            <a:spLocks noGrp="1"/>
          </p:cNvSpPr>
          <p:nvPr>
            <p:ph type="title"/>
          </p:nvPr>
        </p:nvSpPr>
        <p:spPr>
          <a:xfrm>
            <a:off x="6351840" y="1832040"/>
            <a:ext cx="2071800" cy="527400"/>
          </a:xfrm>
          <a:prstGeom prst="rect">
            <a:avLst/>
          </a:prstGeom>
          <a:noFill/>
          <a:ln w="0">
            <a:noFill/>
          </a:ln>
        </p:spPr>
        <p:txBody>
          <a:bodyPr lIns="91440" tIns="91440" rIns="91440" bIns="91440" anchor="ctr">
            <a:noAutofit/>
          </a:bodyPr>
          <a:lstStyle/>
          <a:p>
            <a:pPr indent="0">
              <a:buNone/>
            </a:pPr>
            <a:r>
              <a:rPr lang="fr-FR" sz="2000" b="0" u="none" strike="noStrike">
                <a:solidFill>
                  <a:schemeClr val="dk1"/>
                </a:solidFill>
                <a:effectLst/>
                <a:uFillTx/>
                <a:latin typeface="Arial"/>
              </a:rPr>
              <a:t>Click to edit the title text format</a:t>
            </a:r>
          </a:p>
        </p:txBody>
      </p:sp>
      <p:sp>
        <p:nvSpPr>
          <p:cNvPr id="8" name="PlaceHolder 6"/>
          <p:cNvSpPr>
            <a:spLocks noGrp="1"/>
          </p:cNvSpPr>
          <p:nvPr>
            <p:ph type="title"/>
          </p:nvPr>
        </p:nvSpPr>
        <p:spPr>
          <a:xfrm>
            <a:off x="6908400" y="1437120"/>
            <a:ext cx="893520" cy="358560"/>
          </a:xfrm>
          <a:prstGeom prst="rect">
            <a:avLst/>
          </a:prstGeom>
          <a:noFill/>
          <a:ln w="0">
            <a:noFill/>
          </a:ln>
        </p:spPr>
        <p:txBody>
          <a:bodyPr lIns="91440" tIns="91440" rIns="91440" bIns="91440" anchor="ctr">
            <a:noAutofit/>
          </a:bodyPr>
          <a:lstStyle/>
          <a:p>
            <a:pPr indent="0" algn="ctr">
              <a:lnSpc>
                <a:spcPct val="100000"/>
              </a:lnSpc>
              <a:buNone/>
            </a:pPr>
            <a:r>
              <a:rPr lang="fr-FR" sz="2800" b="1" u="none" strike="noStrike">
                <a:solidFill>
                  <a:schemeClr val="dk1"/>
                </a:solidFill>
                <a:effectLst/>
                <a:uFillTx/>
                <a:latin typeface="Orbitron"/>
                <a:ea typeface="Orbitron"/>
              </a:rPr>
              <a:t>xx%</a:t>
            </a:r>
            <a:endParaRPr lang="fr-FR" sz="2800" b="0" u="none" strike="noStrike">
              <a:solidFill>
                <a:schemeClr val="dk1"/>
              </a:solidFill>
              <a:effectLst/>
              <a:uFillTx/>
              <a:latin typeface="Arial"/>
            </a:endParaRPr>
          </a:p>
        </p:txBody>
      </p:sp>
      <p:sp>
        <p:nvSpPr>
          <p:cNvPr id="9" name="PlaceHolder 7"/>
          <p:cNvSpPr>
            <a:spLocks noGrp="1"/>
          </p:cNvSpPr>
          <p:nvPr>
            <p:ph type="title"/>
          </p:nvPr>
        </p:nvSpPr>
        <p:spPr>
          <a:xfrm>
            <a:off x="720000" y="3624480"/>
            <a:ext cx="2071800" cy="527400"/>
          </a:xfrm>
          <a:prstGeom prst="rect">
            <a:avLst/>
          </a:prstGeom>
          <a:noFill/>
          <a:ln w="0">
            <a:noFill/>
          </a:ln>
        </p:spPr>
        <p:txBody>
          <a:bodyPr lIns="91440" tIns="91440" rIns="91440" bIns="91440" anchor="ctr">
            <a:noAutofit/>
          </a:bodyPr>
          <a:lstStyle/>
          <a:p>
            <a:pPr indent="0">
              <a:buNone/>
            </a:pPr>
            <a:r>
              <a:rPr lang="fr-FR" sz="2000" b="0" u="none" strike="noStrike">
                <a:solidFill>
                  <a:schemeClr val="dk1"/>
                </a:solidFill>
                <a:effectLst/>
                <a:uFillTx/>
                <a:latin typeface="Arial"/>
              </a:rPr>
              <a:t>Click to edit the title text format</a:t>
            </a:r>
          </a:p>
        </p:txBody>
      </p:sp>
      <p:sp>
        <p:nvSpPr>
          <p:cNvPr id="10" name="PlaceHolder 8"/>
          <p:cNvSpPr>
            <a:spLocks noGrp="1"/>
          </p:cNvSpPr>
          <p:nvPr>
            <p:ph type="title"/>
          </p:nvPr>
        </p:nvSpPr>
        <p:spPr>
          <a:xfrm>
            <a:off x="1308960" y="3232800"/>
            <a:ext cx="893520" cy="358560"/>
          </a:xfrm>
          <a:prstGeom prst="rect">
            <a:avLst/>
          </a:prstGeom>
          <a:noFill/>
          <a:ln w="0">
            <a:noFill/>
          </a:ln>
        </p:spPr>
        <p:txBody>
          <a:bodyPr lIns="91440" tIns="91440" rIns="91440" bIns="91440" anchor="ctr">
            <a:noAutofit/>
          </a:bodyPr>
          <a:lstStyle/>
          <a:p>
            <a:pPr indent="0" algn="ctr">
              <a:lnSpc>
                <a:spcPct val="100000"/>
              </a:lnSpc>
              <a:buNone/>
            </a:pPr>
            <a:r>
              <a:rPr lang="fr-FR" sz="2800" b="1" u="none" strike="noStrike">
                <a:solidFill>
                  <a:schemeClr val="dk1"/>
                </a:solidFill>
                <a:effectLst/>
                <a:uFillTx/>
                <a:latin typeface="Orbitron"/>
                <a:ea typeface="Orbitron"/>
              </a:rPr>
              <a:t>xx%</a:t>
            </a:r>
            <a:endParaRPr lang="fr-FR" sz="2800" b="0" u="none" strike="noStrike">
              <a:solidFill>
                <a:schemeClr val="dk1"/>
              </a:solidFill>
              <a:effectLst/>
              <a:uFillTx/>
              <a:latin typeface="Arial"/>
            </a:endParaRPr>
          </a:p>
        </p:txBody>
      </p:sp>
      <p:sp>
        <p:nvSpPr>
          <p:cNvPr id="11" name="PlaceHolder 9"/>
          <p:cNvSpPr>
            <a:spLocks noGrp="1"/>
          </p:cNvSpPr>
          <p:nvPr>
            <p:ph type="title"/>
          </p:nvPr>
        </p:nvSpPr>
        <p:spPr>
          <a:xfrm>
            <a:off x="3535920" y="3624480"/>
            <a:ext cx="2071800" cy="527400"/>
          </a:xfrm>
          <a:prstGeom prst="rect">
            <a:avLst/>
          </a:prstGeom>
          <a:noFill/>
          <a:ln w="0">
            <a:noFill/>
          </a:ln>
        </p:spPr>
        <p:txBody>
          <a:bodyPr lIns="91440" tIns="91440" rIns="91440" bIns="91440" anchor="ctr">
            <a:noAutofit/>
          </a:bodyPr>
          <a:lstStyle/>
          <a:p>
            <a:pPr indent="0">
              <a:buNone/>
            </a:pPr>
            <a:r>
              <a:rPr lang="fr-FR" sz="2000" b="0" u="none" strike="noStrike">
                <a:solidFill>
                  <a:schemeClr val="dk1"/>
                </a:solidFill>
                <a:effectLst/>
                <a:uFillTx/>
                <a:latin typeface="Arial"/>
              </a:rPr>
              <a:t>Click to edit the title text format</a:t>
            </a:r>
          </a:p>
        </p:txBody>
      </p:sp>
      <p:sp>
        <p:nvSpPr>
          <p:cNvPr id="12" name="PlaceHolder 10"/>
          <p:cNvSpPr>
            <a:spLocks noGrp="1"/>
          </p:cNvSpPr>
          <p:nvPr>
            <p:ph type="title"/>
          </p:nvPr>
        </p:nvSpPr>
        <p:spPr>
          <a:xfrm>
            <a:off x="4092480" y="3232800"/>
            <a:ext cx="893520" cy="358560"/>
          </a:xfrm>
          <a:prstGeom prst="rect">
            <a:avLst/>
          </a:prstGeom>
          <a:noFill/>
          <a:ln w="0">
            <a:noFill/>
          </a:ln>
        </p:spPr>
        <p:txBody>
          <a:bodyPr lIns="91440" tIns="91440" rIns="91440" bIns="91440" anchor="ctr">
            <a:noAutofit/>
          </a:bodyPr>
          <a:lstStyle/>
          <a:p>
            <a:pPr indent="0" algn="ctr">
              <a:lnSpc>
                <a:spcPct val="100000"/>
              </a:lnSpc>
              <a:buNone/>
            </a:pPr>
            <a:r>
              <a:rPr lang="fr-FR" sz="2800" b="1" u="none" strike="noStrike">
                <a:solidFill>
                  <a:schemeClr val="dk1"/>
                </a:solidFill>
                <a:effectLst/>
                <a:uFillTx/>
                <a:latin typeface="Orbitron"/>
                <a:ea typeface="Orbitron"/>
              </a:rPr>
              <a:t>xx%</a:t>
            </a:r>
            <a:endParaRPr lang="fr-FR" sz="2800" b="0" u="none" strike="noStrike">
              <a:solidFill>
                <a:schemeClr val="dk1"/>
              </a:solidFill>
              <a:effectLst/>
              <a:uFillTx/>
              <a:latin typeface="Arial"/>
            </a:endParaRPr>
          </a:p>
        </p:txBody>
      </p:sp>
      <p:sp>
        <p:nvSpPr>
          <p:cNvPr id="13" name="PlaceHolder 11"/>
          <p:cNvSpPr>
            <a:spLocks noGrp="1"/>
          </p:cNvSpPr>
          <p:nvPr>
            <p:ph type="title"/>
          </p:nvPr>
        </p:nvSpPr>
        <p:spPr>
          <a:xfrm>
            <a:off x="6351840" y="3624480"/>
            <a:ext cx="2071800" cy="527400"/>
          </a:xfrm>
          <a:prstGeom prst="rect">
            <a:avLst/>
          </a:prstGeom>
          <a:noFill/>
          <a:ln w="0">
            <a:noFill/>
          </a:ln>
        </p:spPr>
        <p:txBody>
          <a:bodyPr lIns="91440" tIns="91440" rIns="91440" bIns="91440" anchor="ctr">
            <a:noAutofit/>
          </a:bodyPr>
          <a:lstStyle/>
          <a:p>
            <a:pPr indent="0">
              <a:buNone/>
            </a:pPr>
            <a:r>
              <a:rPr lang="fr-FR" sz="2000" b="0" u="none" strike="noStrike">
                <a:solidFill>
                  <a:schemeClr val="dk1"/>
                </a:solidFill>
                <a:effectLst/>
                <a:uFillTx/>
                <a:latin typeface="Arial"/>
              </a:rPr>
              <a:t>Click to edit the title text format</a:t>
            </a:r>
          </a:p>
        </p:txBody>
      </p:sp>
      <p:sp>
        <p:nvSpPr>
          <p:cNvPr id="14" name="PlaceHolder 12"/>
          <p:cNvSpPr>
            <a:spLocks noGrp="1"/>
          </p:cNvSpPr>
          <p:nvPr>
            <p:ph type="title"/>
          </p:nvPr>
        </p:nvSpPr>
        <p:spPr>
          <a:xfrm>
            <a:off x="6908400" y="3232800"/>
            <a:ext cx="893520" cy="358560"/>
          </a:xfrm>
          <a:prstGeom prst="rect">
            <a:avLst/>
          </a:prstGeom>
          <a:noFill/>
          <a:ln w="0">
            <a:noFill/>
          </a:ln>
        </p:spPr>
        <p:txBody>
          <a:bodyPr lIns="91440" tIns="91440" rIns="91440" bIns="91440" anchor="ctr">
            <a:noAutofit/>
          </a:bodyPr>
          <a:lstStyle/>
          <a:p>
            <a:pPr indent="0" algn="ctr">
              <a:lnSpc>
                <a:spcPct val="100000"/>
              </a:lnSpc>
              <a:buNone/>
            </a:pPr>
            <a:r>
              <a:rPr lang="fr-FR" sz="2800" b="1" u="none" strike="noStrike">
                <a:solidFill>
                  <a:schemeClr val="dk1"/>
                </a:solidFill>
                <a:effectLst/>
                <a:uFillTx/>
                <a:latin typeface="Orbitron"/>
                <a:ea typeface="Orbitron"/>
              </a:rPr>
              <a:t>xx%</a:t>
            </a:r>
            <a:endParaRPr lang="fr-FR" sz="2800" b="0" u="none" strike="noStrike">
              <a:solidFill>
                <a:schemeClr val="dk1"/>
              </a:solidFill>
              <a:effectLst/>
              <a:uFillTx/>
              <a:latin typeface="Arial"/>
            </a:endParaRPr>
          </a:p>
        </p:txBody>
      </p:sp>
      <p:sp>
        <p:nvSpPr>
          <p:cNvPr id="15" name="PlaceHolder 13"/>
          <p:cNvSpPr>
            <a:spLocks noGrp="1"/>
          </p:cNvSpPr>
          <p:nvPr>
            <p:ph type="title"/>
          </p:nvPr>
        </p:nvSpPr>
        <p:spPr>
          <a:xfrm>
            <a:off x="720000" y="539280"/>
            <a:ext cx="7703640" cy="477720"/>
          </a:xfrm>
          <a:prstGeom prst="rect">
            <a:avLst/>
          </a:prstGeom>
          <a:noFill/>
          <a:ln w="0">
            <a:noFill/>
          </a:ln>
        </p:spPr>
        <p:txBody>
          <a:bodyPr lIns="91440" tIns="91440" rIns="91440" bIns="91440" anchor="ctr">
            <a:noAutofit/>
          </a:bodyPr>
          <a:lstStyle/>
          <a:p>
            <a:pPr indent="0">
              <a:buNone/>
            </a:pPr>
            <a:r>
              <a:rPr lang="fr-FR" sz="2800" b="0" u="none" strike="noStrike">
                <a:solidFill>
                  <a:schemeClr val="dk1"/>
                </a:solidFill>
                <a:effectLst/>
                <a:uFillTx/>
                <a:latin typeface="Arial"/>
              </a:rPr>
              <a:t>Click to edit the title text format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1">
    <p:bg>
      <p:bgPr>
        <a:gradFill rotWithShape="0">
          <a:gsLst>
            <a:gs pos="0">
              <a:srgbClr val="0D092A"/>
            </a:gs>
            <a:gs pos="100000">
              <a:srgbClr val="3333B8"/>
            </a:gs>
          </a:gsLst>
          <a:lin ang="18900000"/>
        </a:gradFill>
        <a:effectLst/>
      </p:bgPr>
    </p:bg>
    <p:spTree>
      <p:nvGrpSpPr>
        <p:cNvPr id="1" name=""/>
        <p:cNvGrpSpPr/>
        <p:nvPr/>
      </p:nvGrpSpPr>
      <p:grpSpPr>
        <a:xfrm>
          <a:off x="0" y="0"/>
          <a:ext cx="0" cy="0"/>
          <a:chOff x="0" y="0"/>
          <a:chExt cx="0" cy="0"/>
        </a:xfrm>
      </p:grpSpPr>
      <p:sp>
        <p:nvSpPr>
          <p:cNvPr id="16" name="PlaceHolder 1"/>
          <p:cNvSpPr>
            <a:spLocks noGrp="1"/>
          </p:cNvSpPr>
          <p:nvPr>
            <p:ph type="body"/>
          </p:nvPr>
        </p:nvSpPr>
        <p:spPr>
          <a:xfrm>
            <a:off x="713160" y="1208880"/>
            <a:ext cx="3858480" cy="158292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Seventh Outline Level</a:t>
            </a:r>
          </a:p>
        </p:txBody>
      </p:sp>
      <p:sp>
        <p:nvSpPr>
          <p:cNvPr id="17" name="PlaceHolder 2"/>
          <p:cNvSpPr>
            <a:spLocks noGrp="1"/>
          </p:cNvSpPr>
          <p:nvPr>
            <p:ph type="title"/>
          </p:nvPr>
        </p:nvSpPr>
        <p:spPr>
          <a:xfrm>
            <a:off x="720000" y="539280"/>
            <a:ext cx="7703640" cy="477720"/>
          </a:xfrm>
          <a:prstGeom prst="rect">
            <a:avLst/>
          </a:prstGeom>
          <a:noFill/>
          <a:ln w="0">
            <a:noFill/>
          </a:ln>
        </p:spPr>
        <p:txBody>
          <a:bodyPr lIns="91440" tIns="91440" rIns="91440" bIns="91440" anchor="ctr">
            <a:noAutofit/>
          </a:bodyPr>
          <a:lstStyle/>
          <a:p>
            <a:pPr indent="0">
              <a:buNone/>
            </a:pPr>
            <a:r>
              <a:rPr lang="fr-FR" sz="2800" b="0" u="none" strike="noStrike">
                <a:solidFill>
                  <a:schemeClr val="dk1"/>
                </a:solidFill>
                <a:effectLst/>
                <a:uFillTx/>
                <a:latin typeface="Arial"/>
              </a:rPr>
              <a:t>Click to edit the title text format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_1_1">
    <p:bg>
      <p:bgPr>
        <a:gradFill rotWithShape="0">
          <a:gsLst>
            <a:gs pos="0">
              <a:srgbClr val="0D092A"/>
            </a:gs>
            <a:gs pos="100000">
              <a:srgbClr val="3333B8"/>
            </a:gs>
          </a:gsLst>
          <a:lin ang="18900000"/>
        </a:gradFill>
        <a:effectLst/>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720360" y="3710160"/>
            <a:ext cx="4165920" cy="420480"/>
          </a:xfrm>
          <a:prstGeom prst="rect">
            <a:avLst/>
          </a:prstGeom>
          <a:noFill/>
          <a:ln w="0">
            <a:noFill/>
          </a:ln>
        </p:spPr>
        <p:txBody>
          <a:bodyPr lIns="91440" tIns="91440" rIns="91440" bIns="91440" anchor="ctr">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
    <p:bg>
      <p:bgPr>
        <a:gradFill rotWithShape="0">
          <a:gsLst>
            <a:gs pos="0">
              <a:srgbClr val="0D092A"/>
            </a:gs>
            <a:gs pos="100000">
              <a:srgbClr val="3333B8"/>
            </a:gs>
          </a:gsLst>
          <a:lin ang="18900000"/>
        </a:gradFill>
        <a:effectLst/>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5188680" y="887760"/>
            <a:ext cx="3237840" cy="1900080"/>
          </a:xfrm>
          <a:prstGeom prst="rect">
            <a:avLst/>
          </a:prstGeom>
          <a:noFill/>
          <a:ln w="0">
            <a:noFill/>
          </a:ln>
        </p:spPr>
        <p:txBody>
          <a:bodyPr lIns="91440" tIns="91440" rIns="91440" bIns="91440" anchor="b">
            <a:noAutofit/>
          </a:bodyPr>
          <a:lstStyle/>
          <a:p>
            <a:pPr indent="0">
              <a:buNone/>
            </a:pPr>
            <a:r>
              <a:rPr lang="fr-FR" sz="2800" b="0" u="none" strike="noStrike">
                <a:solidFill>
                  <a:schemeClr val="dk1"/>
                </a:solidFill>
                <a:effectLst/>
                <a:uFillTx/>
                <a:latin typeface="Arial"/>
              </a:rPr>
              <a:t>Click to edit the title text format</a:t>
            </a:r>
          </a:p>
        </p:txBody>
      </p:sp>
      <p:sp>
        <p:nvSpPr>
          <p:cNvPr id="20"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4">
    <p:bg>
      <p:bgPr>
        <a:gradFill rotWithShape="0">
          <a:gsLst>
            <a:gs pos="0">
              <a:srgbClr val="0D092A"/>
            </a:gs>
            <a:gs pos="100000">
              <a:srgbClr val="3333B8"/>
            </a:gs>
          </a:gsLst>
          <a:lin ang="18900000"/>
        </a:gra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5434200" y="1666080"/>
            <a:ext cx="2996280" cy="506880"/>
          </a:xfrm>
          <a:prstGeom prst="rect">
            <a:avLst/>
          </a:prstGeom>
          <a:noFill/>
          <a:ln w="0">
            <a:noFill/>
          </a:ln>
        </p:spPr>
        <p:txBody>
          <a:bodyPr lIns="91440" tIns="91440" rIns="91440" bIns="91440" anchor="ctr">
            <a:noAutofit/>
          </a:bodyPr>
          <a:lstStyle/>
          <a:p>
            <a:pPr indent="0">
              <a:buNone/>
            </a:pPr>
            <a:r>
              <a:rPr lang="fr-FR" sz="2800" b="0" u="none" strike="noStrike">
                <a:solidFill>
                  <a:schemeClr val="dk1"/>
                </a:solidFill>
                <a:effectLst/>
                <a:uFillTx/>
                <a:latin typeface="Arial"/>
              </a:rPr>
              <a:t>Click to edit the title text format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4_1">
    <p:bg>
      <p:bgPr>
        <a:gradFill rotWithShape="0">
          <a:gsLst>
            <a:gs pos="0">
              <a:srgbClr val="0D092A"/>
            </a:gs>
            <a:gs pos="100000">
              <a:srgbClr val="3333B8"/>
            </a:gs>
          </a:gsLst>
          <a:lin ang="18900000"/>
        </a:gradFill>
        <a:effectLst/>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0" y="1818360"/>
            <a:ext cx="3267720" cy="506880"/>
          </a:xfrm>
          <a:prstGeom prst="rect">
            <a:avLst/>
          </a:prstGeom>
          <a:noFill/>
          <a:ln w="0">
            <a:noFill/>
          </a:ln>
        </p:spPr>
        <p:txBody>
          <a:bodyPr lIns="91440" tIns="91440" rIns="91440" bIns="91440" anchor="ctr">
            <a:noAutofit/>
          </a:bodyPr>
          <a:lstStyle/>
          <a:p>
            <a:pPr indent="0">
              <a:buNone/>
            </a:pPr>
            <a:r>
              <a:rPr lang="fr-FR" sz="2800" b="0" u="none" strike="noStrike">
                <a:solidFill>
                  <a:schemeClr val="dk1"/>
                </a:solidFill>
                <a:effectLst/>
                <a:uFillTx/>
                <a:latin typeface="Arial"/>
              </a:rPr>
              <a:t>Click to edit the title text format</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4_1_1">
    <p:bg>
      <p:bgPr>
        <a:gradFill rotWithShape="0">
          <a:gsLst>
            <a:gs pos="0">
              <a:srgbClr val="0D092A"/>
            </a:gs>
            <a:gs pos="100000">
              <a:srgbClr val="3333B8"/>
            </a:gs>
          </a:gsLst>
          <a:lin ang="18900000"/>
        </a:gradFill>
        <a:effectLst/>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1309680" y="1818360"/>
            <a:ext cx="3267720" cy="506880"/>
          </a:xfrm>
          <a:prstGeom prst="rect">
            <a:avLst/>
          </a:prstGeom>
          <a:noFill/>
          <a:ln w="0">
            <a:noFill/>
          </a:ln>
        </p:spPr>
        <p:txBody>
          <a:bodyPr lIns="91440" tIns="91440" rIns="91440" bIns="91440" anchor="ctr">
            <a:noAutofit/>
          </a:bodyPr>
          <a:lstStyle/>
          <a:p>
            <a:pPr indent="0">
              <a:buNone/>
            </a:pPr>
            <a:r>
              <a:rPr lang="fr-FR" sz="2800" b="0" u="none" strike="noStrike">
                <a:solidFill>
                  <a:schemeClr val="dk1"/>
                </a:solidFill>
                <a:effectLst/>
                <a:uFillTx/>
                <a:latin typeface="Arial"/>
              </a:rPr>
              <a:t>Click to edit the title text format</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12">
    <p:bg>
      <p:bgPr>
        <a:gradFill rotWithShape="0">
          <a:gsLst>
            <a:gs pos="0">
              <a:srgbClr val="0D092A"/>
            </a:gs>
            <a:gs pos="100000">
              <a:srgbClr val="3333B8"/>
            </a:gs>
          </a:gsLst>
          <a:lin ang="18900000"/>
        </a:gradFill>
        <a:effectLst/>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5191560" y="3343680"/>
            <a:ext cx="1944720" cy="527400"/>
          </a:xfrm>
          <a:prstGeom prst="rect">
            <a:avLst/>
          </a:prstGeom>
          <a:noFill/>
          <a:ln w="0">
            <a:noFill/>
          </a:ln>
        </p:spPr>
        <p:txBody>
          <a:bodyPr lIns="91440" tIns="91440" rIns="91440" bIns="91440" anchor="ctr">
            <a:noAutofit/>
          </a:bodyPr>
          <a:lstStyle/>
          <a:p>
            <a:pPr indent="0">
              <a:buNone/>
            </a:pPr>
            <a:r>
              <a:rPr lang="fr-FR" sz="2000" b="0" u="none" strike="noStrike">
                <a:solidFill>
                  <a:schemeClr val="dk1"/>
                </a:solidFill>
                <a:effectLst/>
                <a:uFillTx/>
                <a:latin typeface="Arial"/>
              </a:rPr>
              <a:t>Click to edit the title text format</a:t>
            </a:r>
          </a:p>
        </p:txBody>
      </p:sp>
      <p:sp>
        <p:nvSpPr>
          <p:cNvPr id="25" name="PlaceHolder 2"/>
          <p:cNvSpPr>
            <a:spLocks noGrp="1"/>
          </p:cNvSpPr>
          <p:nvPr>
            <p:ph type="title"/>
          </p:nvPr>
        </p:nvSpPr>
        <p:spPr>
          <a:xfrm>
            <a:off x="2007360" y="3343680"/>
            <a:ext cx="1944720" cy="527400"/>
          </a:xfrm>
          <a:prstGeom prst="rect">
            <a:avLst/>
          </a:prstGeom>
          <a:noFill/>
          <a:ln w="0">
            <a:noFill/>
          </a:ln>
        </p:spPr>
        <p:txBody>
          <a:bodyPr lIns="91440" tIns="91440" rIns="91440" bIns="91440" anchor="ctr">
            <a:noAutofit/>
          </a:bodyPr>
          <a:lstStyle/>
          <a:p>
            <a:pPr indent="0">
              <a:buNone/>
            </a:pPr>
            <a:r>
              <a:rPr lang="fr-FR" sz="2000" b="0" u="none" strike="noStrike">
                <a:solidFill>
                  <a:schemeClr val="dk1"/>
                </a:solidFill>
                <a:effectLst/>
                <a:uFillTx/>
                <a:latin typeface="Arial"/>
              </a:rPr>
              <a:t>Click to edit the title text format</a:t>
            </a:r>
          </a:p>
        </p:txBody>
      </p:sp>
      <p:sp>
        <p:nvSpPr>
          <p:cNvPr id="26" name="PlaceHolder 3"/>
          <p:cNvSpPr>
            <a:spLocks noGrp="1"/>
          </p:cNvSpPr>
          <p:nvPr>
            <p:ph type="title"/>
          </p:nvPr>
        </p:nvSpPr>
        <p:spPr>
          <a:xfrm>
            <a:off x="720000" y="539280"/>
            <a:ext cx="7703640" cy="477720"/>
          </a:xfrm>
          <a:prstGeom prst="rect">
            <a:avLst/>
          </a:prstGeom>
          <a:noFill/>
          <a:ln w="0">
            <a:noFill/>
          </a:ln>
        </p:spPr>
        <p:txBody>
          <a:bodyPr lIns="91440" tIns="91440" rIns="91440" bIns="91440" anchor="ctr">
            <a:noAutofit/>
          </a:bodyPr>
          <a:lstStyle/>
          <a:p>
            <a:pPr indent="0">
              <a:buNone/>
            </a:pPr>
            <a:r>
              <a:rPr lang="fr-FR" sz="2800" b="0" u="none" strike="noStrike">
                <a:solidFill>
                  <a:schemeClr val="dk1"/>
                </a:solidFill>
                <a:effectLst/>
                <a:uFillTx/>
                <a:latin typeface="Arial"/>
              </a:rPr>
              <a:t>Click to edit the title text format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gradFill rotWithShape="0">
          <a:gsLst>
            <a:gs pos="0">
              <a:srgbClr val="0D092A"/>
            </a:gs>
            <a:gs pos="100000">
              <a:srgbClr val="3333B8"/>
            </a:gs>
          </a:gsLst>
          <a:lin ang="18900000"/>
        </a:gradFill>
        <a:effectLst/>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728280" y="2063160"/>
            <a:ext cx="3519720" cy="1541160"/>
          </a:xfrm>
          <a:prstGeom prst="rect">
            <a:avLst/>
          </a:prstGeom>
          <a:noFill/>
          <a:ln w="0">
            <a:noFill/>
          </a:ln>
        </p:spPr>
        <p:txBody>
          <a:bodyPr lIns="91440" tIns="91440" rIns="91440" bIns="91440" anchor="b">
            <a:noAutofit/>
          </a:bodyPr>
          <a:lstStyle/>
          <a:p>
            <a:pPr indent="0">
              <a:buNone/>
            </a:pPr>
            <a:r>
              <a:rPr lang="fr-FR" sz="3500" b="0" u="none" strike="noStrike">
                <a:solidFill>
                  <a:schemeClr val="dk1"/>
                </a:solidFill>
                <a:effectLst/>
                <a:uFillTx/>
                <a:latin typeface="Arial"/>
              </a:rPr>
              <a:t>Click to edit the title text format</a:t>
            </a:r>
          </a:p>
        </p:txBody>
      </p:sp>
      <p:sp>
        <p:nvSpPr>
          <p:cNvPr id="28" name="PlaceHolder 2"/>
          <p:cNvSpPr>
            <a:spLocks noGrp="1"/>
          </p:cNvSpPr>
          <p:nvPr>
            <p:ph type="title"/>
          </p:nvPr>
        </p:nvSpPr>
        <p:spPr>
          <a:xfrm>
            <a:off x="1736280" y="1231560"/>
            <a:ext cx="1503720" cy="841320"/>
          </a:xfrm>
          <a:prstGeom prst="rect">
            <a:avLst/>
          </a:prstGeom>
          <a:noFill/>
          <a:ln w="0">
            <a:noFill/>
          </a:ln>
        </p:spPr>
        <p:txBody>
          <a:bodyPr lIns="91440" tIns="91440" rIns="91440" bIns="91440" anchor="ctr">
            <a:noAutofit/>
          </a:bodyPr>
          <a:lstStyle/>
          <a:p>
            <a:pPr indent="0" algn="ctr">
              <a:lnSpc>
                <a:spcPct val="100000"/>
              </a:lnSpc>
              <a:buNone/>
            </a:pPr>
            <a:r>
              <a:rPr lang="fr-FR" sz="6500" b="1" u="none" strike="noStrike">
                <a:solidFill>
                  <a:schemeClr val="dk1"/>
                </a:solidFill>
                <a:effectLst/>
                <a:uFillTx/>
                <a:latin typeface="Orbitron"/>
                <a:ea typeface="Orbitron"/>
              </a:rPr>
              <a:t>xx%</a:t>
            </a:r>
            <a:endParaRPr lang="fr-FR" sz="6500" b="0" u="none" strike="noStrike">
              <a:solidFill>
                <a:schemeClr val="dk1"/>
              </a:solidFill>
              <a:effectLst/>
              <a:uFillTx/>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10">
    <p:bg>
      <p:bgPr>
        <a:gradFill rotWithShape="0">
          <a:gsLst>
            <a:gs pos="0">
              <a:srgbClr val="0D092A"/>
            </a:gs>
            <a:gs pos="100000">
              <a:srgbClr val="3333B8"/>
            </a:gs>
          </a:gsLst>
          <a:lin ang="18900000"/>
        </a:gradFill>
        <a:effectLst/>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720000" y="539280"/>
            <a:ext cx="7703640" cy="477720"/>
          </a:xfrm>
          <a:prstGeom prst="rect">
            <a:avLst/>
          </a:prstGeom>
          <a:noFill/>
          <a:ln w="0">
            <a:noFill/>
          </a:ln>
        </p:spPr>
        <p:txBody>
          <a:bodyPr lIns="91440" tIns="91440" rIns="91440" bIns="91440" anchor="ctr">
            <a:noAutofit/>
          </a:bodyPr>
          <a:lstStyle/>
          <a:p>
            <a:pPr indent="0">
              <a:buNone/>
            </a:pPr>
            <a:r>
              <a:rPr lang="fr-FR" sz="2800" b="0" u="none" strike="noStrike">
                <a:solidFill>
                  <a:schemeClr val="dk1"/>
                </a:solidFill>
                <a:effectLst/>
                <a:uFillTx/>
                <a:latin typeface="Arial"/>
              </a:rPr>
              <a:t>Click to edit the title text format</a:t>
            </a:r>
          </a:p>
        </p:txBody>
      </p:sp>
      <p:sp>
        <p:nvSpPr>
          <p:cNvPr id="30" name="PlaceHolder 2"/>
          <p:cNvSpPr>
            <a:spLocks noGrp="1"/>
          </p:cNvSpPr>
          <p:nvPr>
            <p:ph type="body"/>
          </p:nvPr>
        </p:nvSpPr>
        <p:spPr>
          <a:xfrm>
            <a:off x="720000" y="1101600"/>
            <a:ext cx="3851640" cy="346716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25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25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25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25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25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25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250" b="0" u="none" strike="noStrike">
                <a:solidFill>
                  <a:srgbClr val="000000"/>
                </a:solidFill>
                <a:effectLst/>
                <a:uFillTx/>
                <a:latin typeface="Arial"/>
              </a:rPr>
              <a:t>Seventh Outline Level</a:t>
            </a:r>
          </a:p>
        </p:txBody>
      </p:sp>
      <p:sp>
        <p:nvSpPr>
          <p:cNvPr id="31" name="PlaceHolder 3"/>
          <p:cNvSpPr>
            <a:spLocks noGrp="1"/>
          </p:cNvSpPr>
          <p:nvPr>
            <p:ph type="body"/>
          </p:nvPr>
        </p:nvSpPr>
        <p:spPr>
          <a:xfrm>
            <a:off x="4572000" y="1546560"/>
            <a:ext cx="3851640" cy="289548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25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25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25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25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25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25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250" b="0" u="none" strike="noStrike">
                <a:solidFill>
                  <a:srgbClr val="000000"/>
                </a:solidFill>
                <a:effectLst/>
                <a:uFillTx/>
                <a:latin typeface="Arial"/>
              </a:rPr>
              <a:t>Seventh Outline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6">
    <p:bg>
      <p:bgPr>
        <a:gradFill rotWithShape="0">
          <a:gsLst>
            <a:gs pos="0">
              <a:srgbClr val="0D092A"/>
            </a:gs>
            <a:gs pos="100000">
              <a:srgbClr val="3333B8"/>
            </a:gs>
          </a:gsLst>
          <a:lin ang="18900000"/>
        </a:grad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720000" y="539280"/>
            <a:ext cx="7703640" cy="477720"/>
          </a:xfrm>
          <a:prstGeom prst="rect">
            <a:avLst/>
          </a:prstGeom>
          <a:noFill/>
          <a:ln w="0">
            <a:noFill/>
          </a:ln>
        </p:spPr>
        <p:txBody>
          <a:bodyPr lIns="91440" tIns="91440" rIns="91440" bIns="91440" anchor="ctr">
            <a:noAutofit/>
          </a:bodyPr>
          <a:lstStyle/>
          <a:p>
            <a:pPr indent="0">
              <a:buNone/>
            </a:pPr>
            <a:r>
              <a:rPr lang="fr-FR" sz="2800" b="0" u="none" strike="noStrike">
                <a:solidFill>
                  <a:schemeClr val="dk1"/>
                </a:solidFill>
                <a:effectLst/>
                <a:uFillTx/>
                <a:latin typeface="Arial"/>
              </a:rPr>
              <a:t>Click to edit the title text format</a:t>
            </a:r>
          </a:p>
        </p:txBody>
      </p:sp>
      <p:sp>
        <p:nvSpPr>
          <p:cNvPr id="33" name="PlaceHolder 2"/>
          <p:cNvSpPr>
            <a:spLocks noGrp="1"/>
          </p:cNvSpPr>
          <p:nvPr>
            <p:ph type="title"/>
          </p:nvPr>
        </p:nvSpPr>
        <p:spPr>
          <a:xfrm>
            <a:off x="3599640" y="3282480"/>
            <a:ext cx="1944720" cy="527400"/>
          </a:xfrm>
          <a:prstGeom prst="rect">
            <a:avLst/>
          </a:prstGeom>
          <a:noFill/>
          <a:ln w="0">
            <a:noFill/>
          </a:ln>
        </p:spPr>
        <p:txBody>
          <a:bodyPr lIns="91440" tIns="91440" rIns="91440" bIns="91440" anchor="ctr">
            <a:noAutofit/>
          </a:bodyPr>
          <a:lstStyle/>
          <a:p>
            <a:pPr indent="0">
              <a:buNone/>
            </a:pPr>
            <a:r>
              <a:rPr lang="fr-FR" sz="2000" b="0" u="none" strike="noStrike">
                <a:solidFill>
                  <a:schemeClr val="dk1"/>
                </a:solidFill>
                <a:effectLst/>
                <a:uFillTx/>
                <a:latin typeface="Arial"/>
              </a:rPr>
              <a:t>Click to edit the title text format</a:t>
            </a:r>
          </a:p>
        </p:txBody>
      </p:sp>
      <p:sp>
        <p:nvSpPr>
          <p:cNvPr id="34" name="PlaceHolder 3"/>
          <p:cNvSpPr>
            <a:spLocks noGrp="1"/>
          </p:cNvSpPr>
          <p:nvPr>
            <p:ph type="title"/>
          </p:nvPr>
        </p:nvSpPr>
        <p:spPr>
          <a:xfrm>
            <a:off x="720000" y="2592360"/>
            <a:ext cx="1944720" cy="527400"/>
          </a:xfrm>
          <a:prstGeom prst="rect">
            <a:avLst/>
          </a:prstGeom>
          <a:noFill/>
          <a:ln w="0">
            <a:noFill/>
          </a:ln>
        </p:spPr>
        <p:txBody>
          <a:bodyPr lIns="91440" tIns="91440" rIns="91440" bIns="91440" anchor="ctr">
            <a:noAutofit/>
          </a:bodyPr>
          <a:lstStyle/>
          <a:p>
            <a:pPr indent="0">
              <a:buNone/>
            </a:pPr>
            <a:r>
              <a:rPr lang="fr-FR" sz="2000" b="0" u="none" strike="noStrike">
                <a:solidFill>
                  <a:schemeClr val="dk1"/>
                </a:solidFill>
                <a:effectLst/>
                <a:uFillTx/>
                <a:latin typeface="Arial"/>
              </a:rPr>
              <a:t>Click to edit the title text format</a:t>
            </a:r>
          </a:p>
        </p:txBody>
      </p:sp>
      <p:sp>
        <p:nvSpPr>
          <p:cNvPr id="35" name="PlaceHolder 4"/>
          <p:cNvSpPr>
            <a:spLocks noGrp="1"/>
          </p:cNvSpPr>
          <p:nvPr>
            <p:ph type="title"/>
          </p:nvPr>
        </p:nvSpPr>
        <p:spPr>
          <a:xfrm>
            <a:off x="6486120" y="2592360"/>
            <a:ext cx="1944720" cy="527400"/>
          </a:xfrm>
          <a:prstGeom prst="rect">
            <a:avLst/>
          </a:prstGeom>
          <a:noFill/>
          <a:ln w="0">
            <a:noFill/>
          </a:ln>
        </p:spPr>
        <p:txBody>
          <a:bodyPr lIns="91440" tIns="91440" rIns="91440" bIns="91440" anchor="ctr">
            <a:noAutofit/>
          </a:bodyPr>
          <a:lstStyle/>
          <a:p>
            <a:pPr indent="0">
              <a:buNone/>
            </a:pPr>
            <a:r>
              <a:rPr lang="fr-FR" sz="2000" b="0" u="none" strike="noStrike">
                <a:solidFill>
                  <a:schemeClr val="dk1"/>
                </a:solidFill>
                <a:effectLst/>
                <a:uFillTx/>
                <a:latin typeface="Arial"/>
              </a:rPr>
              <a:t>Click to edit the title text format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USTOM_6_1">
    <p:bg>
      <p:bgPr>
        <a:gradFill rotWithShape="0">
          <a:gsLst>
            <a:gs pos="0">
              <a:srgbClr val="0D092A"/>
            </a:gs>
            <a:gs pos="100000">
              <a:srgbClr val="3333B8"/>
            </a:gs>
          </a:gsLst>
          <a:lin ang="18900000"/>
        </a:gradFill>
        <a:effectLst/>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3599640" y="2673000"/>
            <a:ext cx="1944720" cy="527400"/>
          </a:xfrm>
          <a:prstGeom prst="rect">
            <a:avLst/>
          </a:prstGeom>
          <a:noFill/>
          <a:ln w="0">
            <a:noFill/>
          </a:ln>
        </p:spPr>
        <p:txBody>
          <a:bodyPr lIns="91440" tIns="91440" rIns="91440" bIns="91440" anchor="ctr">
            <a:noAutofit/>
          </a:bodyPr>
          <a:lstStyle/>
          <a:p>
            <a:pPr indent="0">
              <a:buNone/>
            </a:pPr>
            <a:r>
              <a:rPr lang="fr-FR" sz="2000" b="0" u="none" strike="noStrike">
                <a:solidFill>
                  <a:schemeClr val="dk1"/>
                </a:solidFill>
                <a:effectLst/>
                <a:uFillTx/>
                <a:latin typeface="Arial"/>
              </a:rPr>
              <a:t>Click to edit the title text format</a:t>
            </a:r>
          </a:p>
        </p:txBody>
      </p:sp>
      <p:sp>
        <p:nvSpPr>
          <p:cNvPr id="37" name="PlaceHolder 2"/>
          <p:cNvSpPr>
            <a:spLocks noGrp="1"/>
          </p:cNvSpPr>
          <p:nvPr>
            <p:ph type="title"/>
          </p:nvPr>
        </p:nvSpPr>
        <p:spPr>
          <a:xfrm>
            <a:off x="720000" y="2673000"/>
            <a:ext cx="1944720" cy="527400"/>
          </a:xfrm>
          <a:prstGeom prst="rect">
            <a:avLst/>
          </a:prstGeom>
          <a:noFill/>
          <a:ln w="0">
            <a:noFill/>
          </a:ln>
        </p:spPr>
        <p:txBody>
          <a:bodyPr lIns="91440" tIns="91440" rIns="91440" bIns="91440" anchor="ctr">
            <a:noAutofit/>
          </a:bodyPr>
          <a:lstStyle/>
          <a:p>
            <a:pPr indent="0">
              <a:buNone/>
            </a:pPr>
            <a:r>
              <a:rPr lang="fr-FR" sz="2000" b="0" u="none" strike="noStrike">
                <a:solidFill>
                  <a:schemeClr val="dk1"/>
                </a:solidFill>
                <a:effectLst/>
                <a:uFillTx/>
                <a:latin typeface="Arial"/>
              </a:rPr>
              <a:t>Click to edit the title text format</a:t>
            </a:r>
          </a:p>
        </p:txBody>
      </p:sp>
      <p:sp>
        <p:nvSpPr>
          <p:cNvPr id="38" name="PlaceHolder 3"/>
          <p:cNvSpPr>
            <a:spLocks noGrp="1"/>
          </p:cNvSpPr>
          <p:nvPr>
            <p:ph type="title"/>
          </p:nvPr>
        </p:nvSpPr>
        <p:spPr>
          <a:xfrm>
            <a:off x="6486120" y="2673000"/>
            <a:ext cx="1944720" cy="527400"/>
          </a:xfrm>
          <a:prstGeom prst="rect">
            <a:avLst/>
          </a:prstGeom>
          <a:noFill/>
          <a:ln w="0">
            <a:noFill/>
          </a:ln>
        </p:spPr>
        <p:txBody>
          <a:bodyPr lIns="91440" tIns="91440" rIns="91440" bIns="91440" anchor="ctr">
            <a:noAutofit/>
          </a:bodyPr>
          <a:lstStyle/>
          <a:p>
            <a:pPr indent="0">
              <a:buNone/>
            </a:pPr>
            <a:r>
              <a:rPr lang="fr-FR" sz="2000" b="0" u="none" strike="noStrike">
                <a:solidFill>
                  <a:schemeClr val="dk1"/>
                </a:solidFill>
                <a:effectLst/>
                <a:uFillTx/>
                <a:latin typeface="Arial"/>
              </a:rPr>
              <a:t>Click to edit the title text format</a:t>
            </a:r>
          </a:p>
        </p:txBody>
      </p:sp>
      <p:sp>
        <p:nvSpPr>
          <p:cNvPr id="39" name="PlaceHolder 4"/>
          <p:cNvSpPr>
            <a:spLocks noGrp="1"/>
          </p:cNvSpPr>
          <p:nvPr>
            <p:ph type="title"/>
          </p:nvPr>
        </p:nvSpPr>
        <p:spPr>
          <a:xfrm>
            <a:off x="720000" y="539280"/>
            <a:ext cx="7703640" cy="477720"/>
          </a:xfrm>
          <a:prstGeom prst="rect">
            <a:avLst/>
          </a:prstGeom>
          <a:noFill/>
          <a:ln w="0">
            <a:noFill/>
          </a:ln>
        </p:spPr>
        <p:txBody>
          <a:bodyPr lIns="91440" tIns="91440" rIns="91440" bIns="91440" anchor="ctr">
            <a:noAutofit/>
          </a:bodyPr>
          <a:lstStyle/>
          <a:p>
            <a:pPr indent="0">
              <a:buNone/>
            </a:pPr>
            <a:r>
              <a:rPr lang="fr-FR" sz="2800" b="0" u="none" strike="noStrike">
                <a:solidFill>
                  <a:schemeClr val="dk1"/>
                </a:solidFill>
                <a:effectLst/>
                <a:uFillTx/>
                <a:latin typeface="Arial"/>
              </a:rPr>
              <a:t>Click to edit the title text format</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CUSTOM_5">
    <p:bg>
      <p:bgPr>
        <a:gradFill rotWithShape="0">
          <a:gsLst>
            <a:gs pos="0">
              <a:srgbClr val="0D092A"/>
            </a:gs>
            <a:gs pos="100000">
              <a:srgbClr val="3333B8"/>
            </a:gs>
          </a:gsLst>
          <a:lin ang="18900000"/>
        </a:grad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865440" y="1509120"/>
            <a:ext cx="1977840" cy="527400"/>
          </a:xfrm>
          <a:prstGeom prst="rect">
            <a:avLst/>
          </a:prstGeom>
          <a:noFill/>
          <a:ln w="0">
            <a:noFill/>
          </a:ln>
        </p:spPr>
        <p:txBody>
          <a:bodyPr lIns="91440" tIns="91440" rIns="91440" bIns="91440" anchor="ctr">
            <a:noAutofit/>
          </a:bodyPr>
          <a:lstStyle/>
          <a:p>
            <a:pPr indent="0">
              <a:buNone/>
            </a:pPr>
            <a:r>
              <a:rPr lang="fr-FR" sz="2000" b="0" u="none" strike="noStrike">
                <a:solidFill>
                  <a:schemeClr val="dk1"/>
                </a:solidFill>
                <a:effectLst/>
                <a:uFillTx/>
                <a:latin typeface="Arial"/>
              </a:rPr>
              <a:t>Click to edit the title text format</a:t>
            </a:r>
          </a:p>
        </p:txBody>
      </p:sp>
      <p:sp>
        <p:nvSpPr>
          <p:cNvPr id="41" name="PlaceHolder 2"/>
          <p:cNvSpPr>
            <a:spLocks noGrp="1"/>
          </p:cNvSpPr>
          <p:nvPr>
            <p:ph type="title"/>
          </p:nvPr>
        </p:nvSpPr>
        <p:spPr>
          <a:xfrm>
            <a:off x="6300360" y="1509120"/>
            <a:ext cx="1977840" cy="527400"/>
          </a:xfrm>
          <a:prstGeom prst="rect">
            <a:avLst/>
          </a:prstGeom>
          <a:noFill/>
          <a:ln w="0">
            <a:noFill/>
          </a:ln>
        </p:spPr>
        <p:txBody>
          <a:bodyPr lIns="91440" tIns="91440" rIns="91440" bIns="91440" anchor="ctr">
            <a:noAutofit/>
          </a:bodyPr>
          <a:lstStyle/>
          <a:p>
            <a:pPr indent="0">
              <a:buNone/>
            </a:pPr>
            <a:r>
              <a:rPr lang="fr-FR" sz="2000" b="0" u="none" strike="noStrike">
                <a:solidFill>
                  <a:schemeClr val="dk1"/>
                </a:solidFill>
                <a:effectLst/>
                <a:uFillTx/>
                <a:latin typeface="Arial"/>
              </a:rPr>
              <a:t>Click to edit the title text format</a:t>
            </a:r>
          </a:p>
        </p:txBody>
      </p:sp>
      <p:sp>
        <p:nvSpPr>
          <p:cNvPr id="42" name="PlaceHolder 3"/>
          <p:cNvSpPr>
            <a:spLocks noGrp="1"/>
          </p:cNvSpPr>
          <p:nvPr>
            <p:ph type="title"/>
          </p:nvPr>
        </p:nvSpPr>
        <p:spPr>
          <a:xfrm>
            <a:off x="865440" y="3090600"/>
            <a:ext cx="1977840" cy="527400"/>
          </a:xfrm>
          <a:prstGeom prst="rect">
            <a:avLst/>
          </a:prstGeom>
          <a:noFill/>
          <a:ln w="0">
            <a:noFill/>
          </a:ln>
        </p:spPr>
        <p:txBody>
          <a:bodyPr lIns="91440" tIns="91440" rIns="91440" bIns="91440" anchor="ctr">
            <a:noAutofit/>
          </a:bodyPr>
          <a:lstStyle/>
          <a:p>
            <a:pPr indent="0">
              <a:buNone/>
            </a:pPr>
            <a:r>
              <a:rPr lang="fr-FR" sz="2000" b="0" u="none" strike="noStrike">
                <a:solidFill>
                  <a:schemeClr val="dk1"/>
                </a:solidFill>
                <a:effectLst/>
                <a:uFillTx/>
                <a:latin typeface="Arial"/>
              </a:rPr>
              <a:t>Click to edit the title text format</a:t>
            </a:r>
          </a:p>
        </p:txBody>
      </p:sp>
      <p:sp>
        <p:nvSpPr>
          <p:cNvPr id="43" name="PlaceHolder 4"/>
          <p:cNvSpPr>
            <a:spLocks noGrp="1"/>
          </p:cNvSpPr>
          <p:nvPr>
            <p:ph type="title"/>
          </p:nvPr>
        </p:nvSpPr>
        <p:spPr>
          <a:xfrm>
            <a:off x="6300360" y="3090600"/>
            <a:ext cx="1977840" cy="527400"/>
          </a:xfrm>
          <a:prstGeom prst="rect">
            <a:avLst/>
          </a:prstGeom>
          <a:noFill/>
          <a:ln w="0">
            <a:noFill/>
          </a:ln>
        </p:spPr>
        <p:txBody>
          <a:bodyPr lIns="91440" tIns="91440" rIns="91440" bIns="91440" anchor="ctr">
            <a:noAutofit/>
          </a:bodyPr>
          <a:lstStyle/>
          <a:p>
            <a:pPr indent="0">
              <a:buNone/>
            </a:pPr>
            <a:r>
              <a:rPr lang="fr-FR" sz="2000" b="0" u="none" strike="noStrike">
                <a:solidFill>
                  <a:schemeClr val="dk1"/>
                </a:solidFill>
                <a:effectLst/>
                <a:uFillTx/>
                <a:latin typeface="Arial"/>
              </a:rPr>
              <a:t>Click to edit the title text format</a:t>
            </a:r>
          </a:p>
        </p:txBody>
      </p:sp>
      <p:sp>
        <p:nvSpPr>
          <p:cNvPr id="44" name="PlaceHolder 5"/>
          <p:cNvSpPr>
            <a:spLocks noGrp="1"/>
          </p:cNvSpPr>
          <p:nvPr>
            <p:ph type="title"/>
          </p:nvPr>
        </p:nvSpPr>
        <p:spPr>
          <a:xfrm>
            <a:off x="720000" y="539280"/>
            <a:ext cx="7703640" cy="477720"/>
          </a:xfrm>
          <a:prstGeom prst="rect">
            <a:avLst/>
          </a:prstGeom>
          <a:noFill/>
          <a:ln w="0">
            <a:noFill/>
          </a:ln>
        </p:spPr>
        <p:txBody>
          <a:bodyPr lIns="91440" tIns="91440" rIns="91440" bIns="91440" anchor="ctr">
            <a:noAutofit/>
          </a:bodyPr>
          <a:lstStyle/>
          <a:p>
            <a:pPr indent="0">
              <a:buNone/>
            </a:pPr>
            <a:r>
              <a:rPr lang="fr-FR" sz="2800" b="0" u="none" strike="noStrike">
                <a:solidFill>
                  <a:schemeClr val="dk1"/>
                </a:solidFill>
                <a:effectLst/>
                <a:uFillTx/>
                <a:latin typeface="Arial"/>
              </a:rPr>
              <a:t>Click to edit the title text format</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CUSTOM_7">
    <p:bg>
      <p:bgPr>
        <a:gradFill rotWithShape="0">
          <a:gsLst>
            <a:gs pos="0">
              <a:srgbClr val="0D092A"/>
            </a:gs>
            <a:gs pos="100000">
              <a:srgbClr val="3333B8"/>
            </a:gs>
          </a:gsLst>
          <a:lin ang="18900000"/>
        </a:gradFill>
        <a:effectLst/>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2174040" y="1286640"/>
            <a:ext cx="1985760" cy="527400"/>
          </a:xfrm>
          <a:prstGeom prst="rect">
            <a:avLst/>
          </a:prstGeom>
          <a:noFill/>
          <a:ln w="0">
            <a:noFill/>
          </a:ln>
        </p:spPr>
        <p:txBody>
          <a:bodyPr lIns="91440" tIns="91440" rIns="91440" bIns="91440" anchor="ctr">
            <a:noAutofit/>
          </a:bodyPr>
          <a:lstStyle/>
          <a:p>
            <a:pPr indent="0">
              <a:buNone/>
            </a:pPr>
            <a:r>
              <a:rPr lang="fr-FR" sz="2200" b="0" u="none" strike="noStrike">
                <a:solidFill>
                  <a:schemeClr val="dk1"/>
                </a:solidFill>
                <a:effectLst/>
                <a:uFillTx/>
                <a:latin typeface="Arial"/>
              </a:rPr>
              <a:t>Click to edit the title text format</a:t>
            </a:r>
          </a:p>
        </p:txBody>
      </p:sp>
      <p:sp>
        <p:nvSpPr>
          <p:cNvPr id="46" name="PlaceHolder 2"/>
          <p:cNvSpPr>
            <a:spLocks noGrp="1"/>
          </p:cNvSpPr>
          <p:nvPr>
            <p:ph type="title"/>
          </p:nvPr>
        </p:nvSpPr>
        <p:spPr>
          <a:xfrm>
            <a:off x="6145200" y="1286640"/>
            <a:ext cx="1985760" cy="527400"/>
          </a:xfrm>
          <a:prstGeom prst="rect">
            <a:avLst/>
          </a:prstGeom>
          <a:noFill/>
          <a:ln w="0">
            <a:noFill/>
          </a:ln>
        </p:spPr>
        <p:txBody>
          <a:bodyPr lIns="91440" tIns="91440" rIns="91440" bIns="91440" anchor="ctr">
            <a:noAutofit/>
          </a:bodyPr>
          <a:lstStyle/>
          <a:p>
            <a:pPr indent="0">
              <a:buNone/>
            </a:pPr>
            <a:r>
              <a:rPr lang="fr-FR" sz="2200" b="0" u="none" strike="noStrike">
                <a:solidFill>
                  <a:schemeClr val="dk1"/>
                </a:solidFill>
                <a:effectLst/>
                <a:uFillTx/>
                <a:latin typeface="Arial"/>
              </a:rPr>
              <a:t>Click to edit the title text format</a:t>
            </a:r>
          </a:p>
        </p:txBody>
      </p:sp>
      <p:sp>
        <p:nvSpPr>
          <p:cNvPr id="47" name="PlaceHolder 3"/>
          <p:cNvSpPr>
            <a:spLocks noGrp="1"/>
          </p:cNvSpPr>
          <p:nvPr>
            <p:ph type="title"/>
          </p:nvPr>
        </p:nvSpPr>
        <p:spPr>
          <a:xfrm>
            <a:off x="2174040" y="3611520"/>
            <a:ext cx="1985760" cy="527400"/>
          </a:xfrm>
          <a:prstGeom prst="rect">
            <a:avLst/>
          </a:prstGeom>
          <a:noFill/>
          <a:ln w="0">
            <a:noFill/>
          </a:ln>
        </p:spPr>
        <p:txBody>
          <a:bodyPr lIns="91440" tIns="91440" rIns="91440" bIns="91440" anchor="ctr">
            <a:noAutofit/>
          </a:bodyPr>
          <a:lstStyle/>
          <a:p>
            <a:pPr indent="0">
              <a:buNone/>
            </a:pPr>
            <a:r>
              <a:rPr lang="fr-FR" sz="2200" b="0" u="none" strike="noStrike">
                <a:solidFill>
                  <a:schemeClr val="dk1"/>
                </a:solidFill>
                <a:effectLst/>
                <a:uFillTx/>
                <a:latin typeface="Arial"/>
              </a:rPr>
              <a:t>Click to edit the title text format</a:t>
            </a:r>
          </a:p>
        </p:txBody>
      </p:sp>
      <p:sp>
        <p:nvSpPr>
          <p:cNvPr id="48" name="PlaceHolder 4"/>
          <p:cNvSpPr>
            <a:spLocks noGrp="1"/>
          </p:cNvSpPr>
          <p:nvPr>
            <p:ph type="title"/>
          </p:nvPr>
        </p:nvSpPr>
        <p:spPr>
          <a:xfrm>
            <a:off x="6145200" y="3611520"/>
            <a:ext cx="1985760" cy="527400"/>
          </a:xfrm>
          <a:prstGeom prst="rect">
            <a:avLst/>
          </a:prstGeom>
          <a:noFill/>
          <a:ln w="0">
            <a:noFill/>
          </a:ln>
        </p:spPr>
        <p:txBody>
          <a:bodyPr lIns="91440" tIns="91440" rIns="91440" bIns="91440" anchor="ctr">
            <a:noAutofit/>
          </a:bodyPr>
          <a:lstStyle/>
          <a:p>
            <a:pPr indent="0">
              <a:buNone/>
            </a:pPr>
            <a:r>
              <a:rPr lang="fr-FR" sz="2200" b="0" u="none" strike="noStrike">
                <a:solidFill>
                  <a:schemeClr val="dk1"/>
                </a:solidFill>
                <a:effectLst/>
                <a:uFillTx/>
                <a:latin typeface="Arial"/>
              </a:rPr>
              <a:t>Click to edit the title text format</a:t>
            </a:r>
          </a:p>
        </p:txBody>
      </p:sp>
      <p:sp>
        <p:nvSpPr>
          <p:cNvPr id="49" name="PlaceHolder 5"/>
          <p:cNvSpPr>
            <a:spLocks noGrp="1"/>
          </p:cNvSpPr>
          <p:nvPr>
            <p:ph type="title"/>
          </p:nvPr>
        </p:nvSpPr>
        <p:spPr>
          <a:xfrm>
            <a:off x="2174040" y="2449080"/>
            <a:ext cx="1985760" cy="527400"/>
          </a:xfrm>
          <a:prstGeom prst="rect">
            <a:avLst/>
          </a:prstGeom>
          <a:noFill/>
          <a:ln w="0">
            <a:noFill/>
          </a:ln>
        </p:spPr>
        <p:txBody>
          <a:bodyPr lIns="91440" tIns="91440" rIns="91440" bIns="91440" anchor="ctr">
            <a:noAutofit/>
          </a:bodyPr>
          <a:lstStyle/>
          <a:p>
            <a:pPr indent="0">
              <a:buNone/>
            </a:pPr>
            <a:r>
              <a:rPr lang="fr-FR" sz="2200" b="0" u="none" strike="noStrike">
                <a:solidFill>
                  <a:schemeClr val="dk1"/>
                </a:solidFill>
                <a:effectLst/>
                <a:uFillTx/>
                <a:latin typeface="Arial"/>
              </a:rPr>
              <a:t>Click to edit the title text format</a:t>
            </a:r>
          </a:p>
        </p:txBody>
      </p:sp>
      <p:sp>
        <p:nvSpPr>
          <p:cNvPr id="50" name="PlaceHolder 6"/>
          <p:cNvSpPr>
            <a:spLocks noGrp="1"/>
          </p:cNvSpPr>
          <p:nvPr>
            <p:ph type="title"/>
          </p:nvPr>
        </p:nvSpPr>
        <p:spPr>
          <a:xfrm>
            <a:off x="6145200" y="2449080"/>
            <a:ext cx="1985760" cy="527400"/>
          </a:xfrm>
          <a:prstGeom prst="rect">
            <a:avLst/>
          </a:prstGeom>
          <a:noFill/>
          <a:ln w="0">
            <a:noFill/>
          </a:ln>
        </p:spPr>
        <p:txBody>
          <a:bodyPr lIns="91440" tIns="91440" rIns="91440" bIns="91440" anchor="ctr">
            <a:noAutofit/>
          </a:bodyPr>
          <a:lstStyle/>
          <a:p>
            <a:pPr indent="0">
              <a:buNone/>
            </a:pPr>
            <a:r>
              <a:rPr lang="fr-FR" sz="2200" b="0" u="none" strike="noStrike">
                <a:solidFill>
                  <a:schemeClr val="dk1"/>
                </a:solidFill>
                <a:effectLst/>
                <a:uFillTx/>
                <a:latin typeface="Arial"/>
              </a:rPr>
              <a:t>Click to edit the title text format</a:t>
            </a:r>
          </a:p>
        </p:txBody>
      </p:sp>
      <p:sp>
        <p:nvSpPr>
          <p:cNvPr id="51" name="PlaceHolder 7"/>
          <p:cNvSpPr>
            <a:spLocks noGrp="1"/>
          </p:cNvSpPr>
          <p:nvPr>
            <p:ph type="title"/>
          </p:nvPr>
        </p:nvSpPr>
        <p:spPr>
          <a:xfrm>
            <a:off x="720000" y="539280"/>
            <a:ext cx="7703640" cy="477720"/>
          </a:xfrm>
          <a:prstGeom prst="rect">
            <a:avLst/>
          </a:prstGeom>
          <a:noFill/>
          <a:ln w="0">
            <a:noFill/>
          </a:ln>
        </p:spPr>
        <p:txBody>
          <a:bodyPr lIns="91440" tIns="91440" rIns="91440" bIns="91440" anchor="ctr">
            <a:noAutofit/>
          </a:bodyPr>
          <a:lstStyle/>
          <a:p>
            <a:pPr indent="0">
              <a:buNone/>
            </a:pPr>
            <a:r>
              <a:rPr lang="fr-FR" sz="2800" b="0" u="none" strike="noStrike">
                <a:solidFill>
                  <a:schemeClr val="dk1"/>
                </a:solidFill>
                <a:effectLst/>
                <a:uFillTx/>
                <a:latin typeface="Arial"/>
              </a:rPr>
              <a:t>Click to edit the title text format</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CUSTOM_11">
    <p:bg>
      <p:bgPr>
        <a:gradFill rotWithShape="0">
          <a:gsLst>
            <a:gs pos="0">
              <a:srgbClr val="0D092A"/>
            </a:gs>
            <a:gs pos="100000">
              <a:srgbClr val="3333B8"/>
            </a:gs>
          </a:gsLst>
          <a:lin ang="18900000"/>
        </a:gradFill>
        <a:effectLst/>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720000" y="539280"/>
            <a:ext cx="7703640" cy="477720"/>
          </a:xfrm>
          <a:prstGeom prst="rect">
            <a:avLst/>
          </a:prstGeom>
          <a:noFill/>
          <a:ln w="0">
            <a:noFill/>
          </a:ln>
        </p:spPr>
        <p:txBody>
          <a:bodyPr lIns="91440" tIns="91440" rIns="91440" bIns="91440" anchor="ctr">
            <a:noAutofit/>
          </a:bodyPr>
          <a:lstStyle/>
          <a:p>
            <a:pPr indent="0">
              <a:buNone/>
            </a:pPr>
            <a:r>
              <a:rPr lang="fr-FR" sz="2800" b="0" u="none" strike="noStrike">
                <a:solidFill>
                  <a:schemeClr val="dk1"/>
                </a:solidFill>
                <a:effectLst/>
                <a:uFillTx/>
                <a:latin typeface="Arial"/>
              </a:rPr>
              <a:t>Click to edit the title text format</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CUSTOM_8">
    <p:bg>
      <p:bgPr>
        <a:gradFill rotWithShape="0">
          <a:gsLst>
            <a:gs pos="0">
              <a:srgbClr val="0D092A"/>
            </a:gs>
            <a:gs pos="100000">
              <a:srgbClr val="3333B8"/>
            </a:gs>
          </a:gsLst>
          <a:lin ang="18900000"/>
        </a:gradFill>
        <a:effectLst/>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713160" y="2909160"/>
            <a:ext cx="2257920" cy="667080"/>
          </a:xfrm>
          <a:prstGeom prst="rect">
            <a:avLst/>
          </a:prstGeom>
          <a:noFill/>
          <a:ln w="0">
            <a:noFill/>
          </a:ln>
        </p:spPr>
        <p:txBody>
          <a:bodyPr lIns="91440" tIns="91440" rIns="91440" bIns="91440" anchor="ctr">
            <a:noAutofit/>
          </a:bodyPr>
          <a:lstStyle/>
          <a:p>
            <a:pPr indent="0" algn="ctr">
              <a:lnSpc>
                <a:spcPct val="100000"/>
              </a:lnSpc>
              <a:buNone/>
            </a:pPr>
            <a:r>
              <a:rPr lang="fr-FR" sz="4000" b="1" u="none" strike="noStrike">
                <a:solidFill>
                  <a:schemeClr val="accent1"/>
                </a:solidFill>
                <a:effectLst/>
                <a:uFillTx/>
                <a:latin typeface="Orbitron"/>
                <a:ea typeface="Orbitron"/>
              </a:rPr>
              <a:t>xx%</a:t>
            </a:r>
            <a:endParaRPr lang="fr-FR" sz="4000" b="0" u="none" strike="noStrike">
              <a:solidFill>
                <a:schemeClr val="dk1"/>
              </a:solidFill>
              <a:effectLst/>
              <a:uFillTx/>
              <a:latin typeface="Arial"/>
            </a:endParaRPr>
          </a:p>
        </p:txBody>
      </p:sp>
      <p:sp>
        <p:nvSpPr>
          <p:cNvPr id="54" name="PlaceHolder 2"/>
          <p:cNvSpPr>
            <a:spLocks noGrp="1"/>
          </p:cNvSpPr>
          <p:nvPr>
            <p:ph type="title"/>
          </p:nvPr>
        </p:nvSpPr>
        <p:spPr>
          <a:xfrm>
            <a:off x="3443040" y="2909160"/>
            <a:ext cx="2257920" cy="667080"/>
          </a:xfrm>
          <a:prstGeom prst="rect">
            <a:avLst/>
          </a:prstGeom>
          <a:noFill/>
          <a:ln w="0">
            <a:noFill/>
          </a:ln>
        </p:spPr>
        <p:txBody>
          <a:bodyPr lIns="91440" tIns="91440" rIns="91440" bIns="91440" anchor="ctr">
            <a:noAutofit/>
          </a:bodyPr>
          <a:lstStyle/>
          <a:p>
            <a:pPr indent="0" algn="ctr">
              <a:lnSpc>
                <a:spcPct val="100000"/>
              </a:lnSpc>
              <a:buNone/>
            </a:pPr>
            <a:r>
              <a:rPr lang="fr-FR" sz="4000" b="1" u="none" strike="noStrike">
                <a:solidFill>
                  <a:schemeClr val="accent1"/>
                </a:solidFill>
                <a:effectLst/>
                <a:uFillTx/>
                <a:latin typeface="Orbitron"/>
                <a:ea typeface="Orbitron"/>
              </a:rPr>
              <a:t>xx%</a:t>
            </a:r>
            <a:endParaRPr lang="fr-FR" sz="4000" b="0" u="none" strike="noStrike">
              <a:solidFill>
                <a:schemeClr val="dk1"/>
              </a:solidFill>
              <a:effectLst/>
              <a:uFillTx/>
              <a:latin typeface="Arial"/>
            </a:endParaRPr>
          </a:p>
        </p:txBody>
      </p:sp>
      <p:sp>
        <p:nvSpPr>
          <p:cNvPr id="55" name="PlaceHolder 3"/>
          <p:cNvSpPr>
            <a:spLocks noGrp="1"/>
          </p:cNvSpPr>
          <p:nvPr>
            <p:ph type="title"/>
          </p:nvPr>
        </p:nvSpPr>
        <p:spPr>
          <a:xfrm>
            <a:off x="6172920" y="2909160"/>
            <a:ext cx="2257920" cy="667080"/>
          </a:xfrm>
          <a:prstGeom prst="rect">
            <a:avLst/>
          </a:prstGeom>
          <a:noFill/>
          <a:ln w="0">
            <a:noFill/>
          </a:ln>
        </p:spPr>
        <p:txBody>
          <a:bodyPr lIns="91440" tIns="91440" rIns="91440" bIns="91440" anchor="ctr">
            <a:noAutofit/>
          </a:bodyPr>
          <a:lstStyle/>
          <a:p>
            <a:pPr indent="0" algn="ctr">
              <a:lnSpc>
                <a:spcPct val="100000"/>
              </a:lnSpc>
              <a:buNone/>
            </a:pPr>
            <a:r>
              <a:rPr lang="fr-FR" sz="4000" b="1" u="none" strike="noStrike">
                <a:solidFill>
                  <a:schemeClr val="accent1"/>
                </a:solidFill>
                <a:effectLst/>
                <a:uFillTx/>
                <a:latin typeface="Orbitron"/>
                <a:ea typeface="Orbitron"/>
              </a:rPr>
              <a:t>xx%</a:t>
            </a:r>
            <a:endParaRPr lang="fr-FR" sz="4000" b="0" u="none" strike="noStrike">
              <a:solidFill>
                <a:schemeClr val="dk1"/>
              </a:solidFill>
              <a:effectLst/>
              <a:uFillTx/>
              <a:latin typeface="Arial"/>
            </a:endParaRPr>
          </a:p>
        </p:txBody>
      </p:sp>
      <p:sp>
        <p:nvSpPr>
          <p:cNvPr id="56" name="PlaceHolder 4"/>
          <p:cNvSpPr>
            <a:spLocks noGrp="1"/>
          </p:cNvSpPr>
          <p:nvPr>
            <p:ph type="title"/>
          </p:nvPr>
        </p:nvSpPr>
        <p:spPr>
          <a:xfrm>
            <a:off x="720000" y="539280"/>
            <a:ext cx="7703640" cy="477720"/>
          </a:xfrm>
          <a:prstGeom prst="rect">
            <a:avLst/>
          </a:prstGeom>
          <a:noFill/>
          <a:ln w="0">
            <a:noFill/>
          </a:ln>
        </p:spPr>
        <p:txBody>
          <a:bodyPr lIns="91440" tIns="91440" rIns="91440" bIns="91440" anchor="ctr">
            <a:noAutofit/>
          </a:bodyPr>
          <a:lstStyle/>
          <a:p>
            <a:pPr indent="0">
              <a:buNone/>
            </a:pPr>
            <a:r>
              <a:rPr lang="fr-FR" sz="2800" b="0" u="none" strike="noStrike">
                <a:solidFill>
                  <a:schemeClr val="dk1"/>
                </a:solidFill>
                <a:effectLst/>
                <a:uFillTx/>
                <a:latin typeface="Arial"/>
              </a:rPr>
              <a:t>Click to edit the title text format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CUSTOM_3">
    <p:bg>
      <p:bgPr>
        <a:gradFill rotWithShape="0">
          <a:gsLst>
            <a:gs pos="0">
              <a:srgbClr val="0D092A"/>
            </a:gs>
            <a:gs pos="100000">
              <a:srgbClr val="3333B8"/>
            </a:gs>
          </a:gsLst>
          <a:lin ang="18900000"/>
        </a:gradFill>
        <a:effectLst/>
      </p:bgPr>
    </p:bg>
    <p:spTree>
      <p:nvGrpSpPr>
        <p:cNvPr id="1" name=""/>
        <p:cNvGrpSpPr/>
        <p:nvPr/>
      </p:nvGrpSpPr>
      <p:grpSpPr>
        <a:xfrm>
          <a:off x="0" y="0"/>
          <a:ext cx="0" cy="0"/>
          <a:chOff x="0" y="0"/>
          <a:chExt cx="0" cy="0"/>
        </a:xfrm>
      </p:grpSpPr>
      <p:sp>
        <p:nvSpPr>
          <p:cNvPr id="57" name="PlaceHolder 1"/>
          <p:cNvSpPr>
            <a:spLocks noGrp="1"/>
          </p:cNvSpPr>
          <p:nvPr>
            <p:ph type="title"/>
          </p:nvPr>
        </p:nvSpPr>
        <p:spPr>
          <a:xfrm>
            <a:off x="726480" y="720360"/>
            <a:ext cx="4738320" cy="897480"/>
          </a:xfrm>
          <a:prstGeom prst="rect">
            <a:avLst/>
          </a:prstGeom>
          <a:noFill/>
          <a:ln w="0">
            <a:noFill/>
          </a:ln>
        </p:spPr>
        <p:txBody>
          <a:bodyPr lIns="91440" tIns="91440" rIns="91440" bIns="91440" anchor="ctr">
            <a:noAutofit/>
          </a:bodyPr>
          <a:lstStyle/>
          <a:p>
            <a:pPr indent="0">
              <a:buNone/>
            </a:pPr>
            <a:r>
              <a:rPr lang="fr-FR" sz="5600" b="0" u="none" strike="noStrike">
                <a:solidFill>
                  <a:schemeClr val="dk1"/>
                </a:solidFill>
                <a:effectLst/>
                <a:uFillTx/>
                <a:latin typeface="Arial"/>
              </a:rPr>
              <a:t>Click to edit the title text format</a:t>
            </a:r>
          </a:p>
        </p:txBody>
      </p:sp>
      <p:sp>
        <p:nvSpPr>
          <p:cNvPr id="58" name="Google Shape;141;p28"/>
          <p:cNvSpPr/>
          <p:nvPr/>
        </p:nvSpPr>
        <p:spPr>
          <a:xfrm flipH="1">
            <a:off x="713160" y="4205160"/>
            <a:ext cx="4284000" cy="479520"/>
          </a:xfrm>
          <a:prstGeom prst="rect">
            <a:avLst/>
          </a:prstGeom>
          <a:no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r>
              <a:rPr lang="en" sz="1000" b="0" u="none" strike="noStrike">
                <a:solidFill>
                  <a:schemeClr val="dk1"/>
                </a:solidFill>
                <a:effectLst/>
                <a:uFillTx/>
                <a:latin typeface="Archivo"/>
                <a:ea typeface="Archivo"/>
              </a:rPr>
              <a:t>CREDITS: This presentation template was created by </a:t>
            </a:r>
            <a:r>
              <a:rPr lang="en" sz="1000" b="1" u="sng" strike="noStrike">
                <a:solidFill>
                  <a:schemeClr val="dk1"/>
                </a:solidFill>
                <a:effectLst/>
                <a:uFillTx/>
                <a:latin typeface="Archivo"/>
                <a:ea typeface="Archivo"/>
                <a:hlinkClick r:id="rId2"/>
              </a:rPr>
              <a:t>Slidesgo</a:t>
            </a:r>
            <a:r>
              <a:rPr lang="en" sz="1000" b="0" u="none" strike="noStrike">
                <a:solidFill>
                  <a:schemeClr val="dk1"/>
                </a:solidFill>
                <a:effectLst/>
                <a:uFillTx/>
                <a:latin typeface="Archivo"/>
                <a:ea typeface="Archivo"/>
              </a:rPr>
              <a:t>, and includes icons, infographics and images by </a:t>
            </a:r>
            <a:r>
              <a:rPr lang="en" sz="1000" b="1" u="sng" strike="noStrike">
                <a:solidFill>
                  <a:schemeClr val="dk1"/>
                </a:solidFill>
                <a:effectLst/>
                <a:uFillTx/>
                <a:latin typeface="Archivo"/>
                <a:ea typeface="Archivo"/>
                <a:hlinkClick r:id="rId3"/>
              </a:rPr>
              <a:t>Freepik</a:t>
            </a:r>
            <a:endParaRPr lang="en-US" sz="1000" b="0" u="none" strike="noStrike">
              <a:solidFill>
                <a:srgbClr val="FFFFFF"/>
              </a:solidFill>
              <a:effectLst/>
              <a:uFillTx/>
              <a:latin typeface="OpenSymbo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 preserve="1">
  <p:cSld name="TITLE_AND_BODY">
    <p:bg>
      <p:bgPr>
        <a:gradFill rotWithShape="0">
          <a:gsLst>
            <a:gs pos="0">
              <a:srgbClr val="0D092A"/>
            </a:gs>
            <a:gs pos="100000">
              <a:srgbClr val="3333B8"/>
            </a:gs>
          </a:gsLst>
          <a:lin ang="18900000"/>
        </a:gradFill>
        <a:effectLst/>
      </p:bgPr>
    </p:bg>
    <p:spTree>
      <p:nvGrpSpPr>
        <p:cNvPr id="1" name=""/>
        <p:cNvGrpSpPr/>
        <p:nvPr/>
      </p:nvGrpSpPr>
      <p:grpSpPr>
        <a:xfrm>
          <a:off x="0" y="0"/>
          <a:ext cx="0" cy="0"/>
          <a:chOff x="0" y="0"/>
          <a:chExt cx="0" cy="0"/>
        </a:xfrm>
      </p:grpSpPr>
      <p:sp>
        <p:nvSpPr>
          <p:cNvPr id="59" name="PlaceHolder 1"/>
          <p:cNvSpPr>
            <a:spLocks noGrp="1"/>
          </p:cNvSpPr>
          <p:nvPr>
            <p:ph type="title"/>
          </p:nvPr>
        </p:nvSpPr>
        <p:spPr>
          <a:xfrm>
            <a:off x="720000" y="539280"/>
            <a:ext cx="7703640" cy="477720"/>
          </a:xfrm>
          <a:prstGeom prst="rect">
            <a:avLst/>
          </a:prstGeom>
          <a:noFill/>
          <a:ln w="0">
            <a:noFill/>
          </a:ln>
        </p:spPr>
        <p:txBody>
          <a:bodyPr lIns="91440" tIns="91440" rIns="91440" bIns="91440" anchor="ctr">
            <a:noAutofit/>
          </a:bodyPr>
          <a:lstStyle/>
          <a:p>
            <a:pPr indent="0">
              <a:buNone/>
            </a:pPr>
            <a:r>
              <a:rPr lang="fr-FR" sz="2800" b="0" u="none" strike="noStrike">
                <a:solidFill>
                  <a:schemeClr val="dk1"/>
                </a:solidFill>
                <a:effectLst/>
                <a:uFillTx/>
                <a:latin typeface="Arial"/>
              </a:rPr>
              <a:t>Click to edit the title text format</a:t>
            </a:r>
          </a:p>
        </p:txBody>
      </p:sp>
      <p:sp>
        <p:nvSpPr>
          <p:cNvPr id="60" name="PlaceHolder 2"/>
          <p:cNvSpPr>
            <a:spLocks noGrp="1"/>
          </p:cNvSpPr>
          <p:nvPr>
            <p:ph type="body"/>
          </p:nvPr>
        </p:nvSpPr>
        <p:spPr>
          <a:xfrm>
            <a:off x="720000" y="1215720"/>
            <a:ext cx="7703640" cy="47772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Seventh Outline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gradFill rotWithShape="0">
          <a:gsLst>
            <a:gs pos="0">
              <a:srgbClr val="0D092A"/>
            </a:gs>
            <a:gs pos="100000">
              <a:srgbClr val="3333B8"/>
            </a:gs>
          </a:gsLst>
          <a:lin ang="18900000"/>
        </a:gradFill>
        <a:effectLst/>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713160" y="1260360"/>
            <a:ext cx="3535200" cy="558720"/>
          </a:xfrm>
          <a:prstGeom prst="rect">
            <a:avLst/>
          </a:prstGeom>
          <a:noFill/>
          <a:ln w="0">
            <a:noFill/>
          </a:ln>
        </p:spPr>
        <p:txBody>
          <a:bodyPr lIns="91440" tIns="91440" rIns="91440" bIns="91440" anchor="ctr">
            <a:noAutofit/>
          </a:bodyPr>
          <a:lstStyle/>
          <a:p>
            <a:pPr indent="0">
              <a:buNone/>
            </a:pPr>
            <a:r>
              <a:rPr lang="fr-FR" sz="2000" b="0" u="none" strike="noStrike">
                <a:solidFill>
                  <a:schemeClr val="dk1"/>
                </a:solidFill>
                <a:effectLst/>
                <a:uFillTx/>
                <a:latin typeface="Arial"/>
              </a:rPr>
              <a:t>Click to edit the title text format</a:t>
            </a:r>
          </a:p>
        </p:txBody>
      </p:sp>
      <p:sp>
        <p:nvSpPr>
          <p:cNvPr id="62" name="PlaceHolder 2"/>
          <p:cNvSpPr>
            <a:spLocks noGrp="1"/>
          </p:cNvSpPr>
          <p:nvPr>
            <p:ph type="title"/>
          </p:nvPr>
        </p:nvSpPr>
        <p:spPr>
          <a:xfrm>
            <a:off x="4895280" y="3195000"/>
            <a:ext cx="3535200" cy="558720"/>
          </a:xfrm>
          <a:prstGeom prst="rect">
            <a:avLst/>
          </a:prstGeom>
          <a:noFill/>
          <a:ln w="0">
            <a:noFill/>
          </a:ln>
        </p:spPr>
        <p:txBody>
          <a:bodyPr lIns="91440" tIns="91440" rIns="91440" bIns="91440" anchor="ctr">
            <a:noAutofit/>
          </a:bodyPr>
          <a:lstStyle/>
          <a:p>
            <a:pPr indent="0">
              <a:buNone/>
            </a:pPr>
            <a:r>
              <a:rPr lang="fr-FR" sz="2000" b="0" u="none" strike="noStrike">
                <a:solidFill>
                  <a:schemeClr val="dk1"/>
                </a:solidFill>
                <a:effectLst/>
                <a:uFillTx/>
                <a:latin typeface="Arial"/>
              </a:rPr>
              <a:t>Click to edit the title text format</a:t>
            </a:r>
          </a:p>
        </p:txBody>
      </p:sp>
      <p:sp>
        <p:nvSpPr>
          <p:cNvPr id="63" name="PlaceHolder 3"/>
          <p:cNvSpPr>
            <a:spLocks noGrp="1"/>
          </p:cNvSpPr>
          <p:nvPr>
            <p:ph type="title"/>
          </p:nvPr>
        </p:nvSpPr>
        <p:spPr>
          <a:xfrm>
            <a:off x="720000" y="539280"/>
            <a:ext cx="7703640" cy="477720"/>
          </a:xfrm>
          <a:prstGeom prst="rect">
            <a:avLst/>
          </a:prstGeom>
          <a:noFill/>
          <a:ln w="0">
            <a:noFill/>
          </a:ln>
        </p:spPr>
        <p:txBody>
          <a:bodyPr lIns="91440" tIns="91440" rIns="91440" bIns="91440" anchor="ctr">
            <a:noAutofit/>
          </a:bodyPr>
          <a:lstStyle/>
          <a:p>
            <a:pPr indent="0">
              <a:buNone/>
            </a:pPr>
            <a:r>
              <a:rPr lang="fr-FR" sz="2800" b="0" u="none" strike="noStrike">
                <a:solidFill>
                  <a:schemeClr val="dk1"/>
                </a:solidFill>
                <a:effectLst/>
                <a:uFillTx/>
                <a:latin typeface="Arial"/>
              </a:rPr>
              <a:t>Click to edit the title text format</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_ONLY">
    <p:bg>
      <p:bgPr>
        <a:gradFill rotWithShape="0">
          <a:gsLst>
            <a:gs pos="0">
              <a:srgbClr val="0D092A"/>
            </a:gs>
            <a:gs pos="100000">
              <a:srgbClr val="3333B8"/>
            </a:gs>
          </a:gsLst>
          <a:lin ang="18900000"/>
        </a:gradFill>
        <a:effectLst/>
      </p:bgPr>
    </p:bg>
    <p:spTree>
      <p:nvGrpSpPr>
        <p:cNvPr id="1" name=""/>
        <p:cNvGrpSpPr/>
        <p:nvPr/>
      </p:nvGrpSpPr>
      <p:grpSpPr>
        <a:xfrm>
          <a:off x="0" y="0"/>
          <a:ext cx="0" cy="0"/>
          <a:chOff x="0" y="0"/>
          <a:chExt cx="0" cy="0"/>
        </a:xfrm>
      </p:grpSpPr>
      <p:sp>
        <p:nvSpPr>
          <p:cNvPr id="64" name="PlaceHolder 1"/>
          <p:cNvSpPr>
            <a:spLocks noGrp="1"/>
          </p:cNvSpPr>
          <p:nvPr>
            <p:ph type="title"/>
          </p:nvPr>
        </p:nvSpPr>
        <p:spPr>
          <a:xfrm>
            <a:off x="720000" y="539280"/>
            <a:ext cx="7703640" cy="477720"/>
          </a:xfrm>
          <a:prstGeom prst="rect">
            <a:avLst/>
          </a:prstGeom>
          <a:noFill/>
          <a:ln w="0">
            <a:noFill/>
          </a:ln>
        </p:spPr>
        <p:txBody>
          <a:bodyPr lIns="91440" tIns="91440" rIns="91440" bIns="91440" anchor="ctr">
            <a:noAutofit/>
          </a:bodyPr>
          <a:lstStyle/>
          <a:p>
            <a:pPr indent="0">
              <a:buNone/>
            </a:pPr>
            <a:r>
              <a:rPr lang="fr-FR" sz="2800" b="0" u="none" strike="noStrike">
                <a:solidFill>
                  <a:schemeClr val="dk1"/>
                </a:solidFill>
                <a:effectLst/>
                <a:uFillTx/>
                <a:latin typeface="Arial"/>
              </a:rPr>
              <a:t>Click to edit the title text format</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ONE_COLUMN_TEXT">
    <p:bg>
      <p:bgPr>
        <a:gradFill rotWithShape="0">
          <a:gsLst>
            <a:gs pos="0">
              <a:srgbClr val="0D092A"/>
            </a:gs>
            <a:gs pos="100000">
              <a:srgbClr val="3333B8"/>
            </a:gs>
          </a:gsLst>
          <a:lin ang="18900000"/>
        </a:gradFill>
        <a:effectLst/>
      </p:bgPr>
    </p:bg>
    <p:spTree>
      <p:nvGrpSpPr>
        <p:cNvPr id="1" name=""/>
        <p:cNvGrpSpPr/>
        <p:nvPr/>
      </p:nvGrpSpPr>
      <p:grpSpPr>
        <a:xfrm>
          <a:off x="0" y="0"/>
          <a:ext cx="0" cy="0"/>
          <a:chOff x="0" y="0"/>
          <a:chExt cx="0" cy="0"/>
        </a:xfrm>
      </p:grpSpPr>
      <p:sp>
        <p:nvSpPr>
          <p:cNvPr id="65" name="PlaceHolder 1"/>
          <p:cNvSpPr>
            <a:spLocks noGrp="1"/>
          </p:cNvSpPr>
          <p:nvPr>
            <p:ph type="body"/>
          </p:nvPr>
        </p:nvSpPr>
        <p:spPr>
          <a:xfrm>
            <a:off x="4419720" y="1341000"/>
            <a:ext cx="3858480" cy="2616120"/>
          </a:xfrm>
          <a:prstGeom prst="rect">
            <a:avLst/>
          </a:prstGeom>
          <a:noFill/>
          <a:ln w="0">
            <a:noFill/>
          </a:ln>
        </p:spPr>
        <p:txBody>
          <a:bodyPr lIns="91440" tIns="91440" rIns="91440" bIns="91440" anchor="ctr">
            <a:no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Seventh Outline Level</a:t>
            </a:r>
          </a:p>
        </p:txBody>
      </p:sp>
      <p:sp>
        <p:nvSpPr>
          <p:cNvPr id="66" name="PlaceHolder 2"/>
          <p:cNvSpPr>
            <a:spLocks noGrp="1"/>
          </p:cNvSpPr>
          <p:nvPr>
            <p:ph type="title"/>
          </p:nvPr>
        </p:nvSpPr>
        <p:spPr>
          <a:xfrm>
            <a:off x="713160" y="2012040"/>
            <a:ext cx="2754720" cy="1047240"/>
          </a:xfrm>
          <a:prstGeom prst="rect">
            <a:avLst/>
          </a:prstGeom>
          <a:noFill/>
          <a:ln w="0">
            <a:noFill/>
          </a:ln>
        </p:spPr>
        <p:txBody>
          <a:bodyPr lIns="91440" tIns="91440" rIns="91440" bIns="91440" anchor="ctr">
            <a:noAutofit/>
          </a:bodyPr>
          <a:lstStyle/>
          <a:p>
            <a:pPr indent="0">
              <a:buNone/>
            </a:pPr>
            <a:r>
              <a:rPr lang="fr-FR" sz="2800" b="0" u="none" strike="noStrike">
                <a:solidFill>
                  <a:schemeClr val="dk1"/>
                </a:solidFill>
                <a:effectLst/>
                <a:uFillTx/>
                <a:latin typeface="Arial"/>
              </a:rPr>
              <a:t>Click to edit the title text format</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MAIN_POINT">
    <p:bg>
      <p:bgPr>
        <a:gradFill rotWithShape="0">
          <a:gsLst>
            <a:gs pos="0">
              <a:srgbClr val="0D092A"/>
            </a:gs>
            <a:gs pos="100000">
              <a:srgbClr val="3333B8"/>
            </a:gs>
          </a:gsLst>
          <a:lin ang="18900000"/>
        </a:gradFill>
        <a:effectLst/>
      </p:bgPr>
    </p:bg>
    <p:spTree>
      <p:nvGrpSpPr>
        <p:cNvPr id="1" name=""/>
        <p:cNvGrpSpPr/>
        <p:nvPr/>
      </p:nvGrpSpPr>
      <p:grpSpPr>
        <a:xfrm>
          <a:off x="0" y="0"/>
          <a:ext cx="0" cy="0"/>
          <a:chOff x="0" y="0"/>
          <a:chExt cx="0" cy="0"/>
        </a:xfrm>
      </p:grpSpPr>
      <p:sp>
        <p:nvSpPr>
          <p:cNvPr id="67" name="PlaceHolder 1"/>
          <p:cNvSpPr>
            <a:spLocks noGrp="1"/>
          </p:cNvSpPr>
          <p:nvPr>
            <p:ph type="title"/>
          </p:nvPr>
        </p:nvSpPr>
        <p:spPr>
          <a:xfrm>
            <a:off x="2447280" y="662760"/>
            <a:ext cx="5983560" cy="2529000"/>
          </a:xfrm>
          <a:prstGeom prst="rect">
            <a:avLst/>
          </a:prstGeom>
          <a:noFill/>
          <a:ln w="0">
            <a:noFill/>
          </a:ln>
        </p:spPr>
        <p:txBody>
          <a:bodyPr lIns="91440" tIns="91440" rIns="91440" bIns="91440" anchor="ctr">
            <a:noAutofit/>
          </a:bodyPr>
          <a:lstStyle/>
          <a:p>
            <a:pPr indent="0">
              <a:buNone/>
            </a:pPr>
            <a:r>
              <a:rPr lang="fr-FR" sz="7300" b="0" u="none" strike="noStrike">
                <a:solidFill>
                  <a:schemeClr val="dk1"/>
                </a:solidFill>
                <a:effectLst/>
                <a:uFillTx/>
                <a:latin typeface="Arial"/>
              </a:rPr>
              <a:t>Click to edit the title text format</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gradFill rotWithShape="0">
          <a:gsLst>
            <a:gs pos="0">
              <a:srgbClr val="0D092A"/>
            </a:gs>
            <a:gs pos="100000">
              <a:srgbClr val="3333B8"/>
            </a:gs>
          </a:gsLst>
          <a:lin ang="18900000"/>
        </a:gradFill>
        <a:effectLst/>
      </p:bgPr>
    </p:bg>
    <p:spTree>
      <p:nvGrpSpPr>
        <p:cNvPr id="1" name=""/>
        <p:cNvGrpSpPr/>
        <p:nvPr/>
      </p:nvGrpSpPr>
      <p:grpSpPr>
        <a:xfrm>
          <a:off x="0" y="0"/>
          <a:ext cx="0" cy="0"/>
          <a:chOff x="0" y="0"/>
          <a:chExt cx="0" cy="0"/>
        </a:xfrm>
      </p:grpSpPr>
      <p:sp>
        <p:nvSpPr>
          <p:cNvPr id="68" name="PlaceHolder 1"/>
          <p:cNvSpPr>
            <a:spLocks noGrp="1"/>
          </p:cNvSpPr>
          <p:nvPr>
            <p:ph type="title"/>
          </p:nvPr>
        </p:nvSpPr>
        <p:spPr>
          <a:xfrm>
            <a:off x="1019160" y="1685520"/>
            <a:ext cx="4694760" cy="657720"/>
          </a:xfrm>
          <a:prstGeom prst="rect">
            <a:avLst/>
          </a:prstGeom>
          <a:noFill/>
          <a:ln w="0">
            <a:noFill/>
          </a:ln>
        </p:spPr>
        <p:txBody>
          <a:bodyPr lIns="91440" tIns="91440" rIns="91440" bIns="91440" anchor="b">
            <a:noAutofit/>
          </a:bodyPr>
          <a:lstStyle/>
          <a:p>
            <a:pPr indent="0">
              <a:buNone/>
            </a:pPr>
            <a:r>
              <a:rPr lang="fr-FR" sz="2800" b="0" u="none" strike="noStrike">
                <a:solidFill>
                  <a:schemeClr val="dk1"/>
                </a:solidFill>
                <a:effectLst/>
                <a:uFillTx/>
                <a:latin typeface="Arial"/>
              </a:rPr>
              <a:t>Click to edit the title text format</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CAPTION_ONLY">
    <p:bg>
      <p:bgPr>
        <a:gradFill rotWithShape="0">
          <a:gsLst>
            <a:gs pos="0">
              <a:srgbClr val="0D092A"/>
            </a:gs>
            <a:gs pos="100000">
              <a:srgbClr val="3333B8"/>
            </a:gs>
          </a:gsLst>
          <a:lin ang="18900000"/>
        </a:gradFill>
        <a:effectLst/>
      </p:bgPr>
    </p:bg>
    <p:spTree>
      <p:nvGrpSpPr>
        <p:cNvPr id="1" name=""/>
        <p:cNvGrpSpPr/>
        <p:nvPr/>
      </p:nvGrpSpPr>
      <p:grpSpPr>
        <a:xfrm>
          <a:off x="0" y="0"/>
          <a:ext cx="0" cy="0"/>
          <a:chOff x="0" y="0"/>
          <a:chExt cx="0" cy="0"/>
        </a:xfrm>
      </p:grpSpPr>
      <p:sp>
        <p:nvSpPr>
          <p:cNvPr id="69" name="PlaceHolder 1"/>
          <p:cNvSpPr>
            <a:spLocks noGrp="1"/>
          </p:cNvSpPr>
          <p:nvPr>
            <p:ph type="title"/>
          </p:nvPr>
        </p:nvSpPr>
        <p:spPr>
          <a:xfrm>
            <a:off x="1172520" y="3692880"/>
            <a:ext cx="6798600" cy="875520"/>
          </a:xfrm>
          <a:prstGeom prst="rect">
            <a:avLst/>
          </a:prstGeom>
          <a:noFill/>
          <a:ln w="0">
            <a:noFill/>
          </a:ln>
        </p:spPr>
        <p:txBody>
          <a:bodyPr lIns="91440" tIns="91440" rIns="91440" bIns="91440" anchor="ctr">
            <a:noAutofit/>
          </a:bodyPr>
          <a:lstStyle/>
          <a:p>
            <a:pPr indent="0">
              <a:buNone/>
            </a:pPr>
            <a:r>
              <a:rPr lang="fr-FR" sz="3200" b="0" u="none" strike="noStrike">
                <a:solidFill>
                  <a:schemeClr val="dk1"/>
                </a:solidFill>
                <a:effectLst/>
                <a:uFillTx/>
                <a:latin typeface="Arial"/>
              </a:rPr>
              <a:t>Click to edit the title text format</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rgbClr val="0E2A47"/>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0E2A47"/>
        </a:solidFill>
        <a:effectLst/>
      </p:bgPr>
    </p:bg>
    <p:spTree>
      <p:nvGrpSpPr>
        <p:cNvPr id="1" name=""/>
        <p:cNvGrpSpPr/>
        <p:nvPr/>
      </p:nvGrpSpPr>
      <p:grpSpPr>
        <a:xfrm>
          <a:off x="0" y="0"/>
          <a:ext cx="0" cy="0"/>
          <a:chOff x="0" y="0"/>
          <a:chExt cx="0" cy="0"/>
        </a:xfrm>
      </p:grpSpPr>
      <p:sp>
        <p:nvSpPr>
          <p:cNvPr id="70" name="PlaceHolder 1"/>
          <p:cNvSpPr>
            <a:spLocks noGrp="1"/>
          </p:cNvSpPr>
          <p:nvPr>
            <p:ph type="title"/>
          </p:nvPr>
        </p:nvSpPr>
        <p:spPr>
          <a:xfrm>
            <a:off x="1048320" y="324000"/>
            <a:ext cx="7047000" cy="482040"/>
          </a:xfrm>
          <a:prstGeom prst="rect">
            <a:avLst/>
          </a:prstGeom>
          <a:noFill/>
          <a:ln w="0">
            <a:noFill/>
          </a:ln>
        </p:spPr>
        <p:txBody>
          <a:bodyPr lIns="91440" tIns="91440" rIns="91440" bIns="91440" anchor="t">
            <a:noAutofit/>
          </a:bodyPr>
          <a:lstStyle/>
          <a:p>
            <a:pPr indent="0">
              <a:buNone/>
            </a:pPr>
            <a:r>
              <a:rPr lang="fr-FR" sz="24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slideLayout" Target="../slideLayouts/slideLayout18.xml" /><Relationship Id="rId26" Type="http://schemas.openxmlformats.org/officeDocument/2006/relationships/slideLayout" Target="../slideLayouts/slideLayout26.xml" /><Relationship Id="rId3" Type="http://schemas.openxmlformats.org/officeDocument/2006/relationships/slideLayout" Target="../slideLayouts/slideLayout3.xml" /><Relationship Id="rId21" Type="http://schemas.openxmlformats.org/officeDocument/2006/relationships/slideLayout" Target="../slideLayouts/slideLayout21.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5" Type="http://schemas.openxmlformats.org/officeDocument/2006/relationships/slideLayout" Target="../slideLayouts/slideLayout25.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20" Type="http://schemas.openxmlformats.org/officeDocument/2006/relationships/slideLayout" Target="../slideLayouts/slideLayout20.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24" Type="http://schemas.openxmlformats.org/officeDocument/2006/relationships/slideLayout" Target="../slideLayouts/slideLayout24.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23" Type="http://schemas.openxmlformats.org/officeDocument/2006/relationships/slideLayout" Target="../slideLayouts/slideLayout23.xml" /><Relationship Id="rId28" Type="http://schemas.openxmlformats.org/officeDocument/2006/relationships/theme" Target="../theme/theme1.xml" /><Relationship Id="rId10" Type="http://schemas.openxmlformats.org/officeDocument/2006/relationships/slideLayout" Target="../slideLayouts/slideLayout10.xml" /><Relationship Id="rId19" Type="http://schemas.openxmlformats.org/officeDocument/2006/relationships/slideLayout" Target="../slideLayouts/slideLayout19.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 Id="rId22" Type="http://schemas.openxmlformats.org/officeDocument/2006/relationships/slideLayout" Target="../slideLayouts/slideLayout22.xml" /><Relationship Id="rId27" Type="http://schemas.openxmlformats.org/officeDocument/2006/relationships/slideLayout" Target="../slideLayouts/slideLayout27.xml" /></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 /><Relationship Id="rId2" Type="http://schemas.openxmlformats.org/officeDocument/2006/relationships/slideLayout" Target="../slideLayouts/slideLayout29.xml" /><Relationship Id="rId1" Type="http://schemas.openxmlformats.org/officeDocument/2006/relationships/slideLayout" Target="../slideLayouts/slideLayout28.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7" r:id="rId1"/>
    <p:sldLayoutId id="2147483678"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1.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 /></Relationships>
</file>

<file path=ppt/slides/_rels/slide5.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1.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 /></Relationships>
</file>

<file path=ppt/slides/_rels/slide7.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21.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 /></Relationships>
</file>

<file path=ppt/slides/_rels/slide10.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21.xml" /></Relationships>
</file>

<file path=ppt/slides/_rels/slide11.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subTitle"/>
          </p:nvPr>
        </p:nvSpPr>
        <p:spPr>
          <a:xfrm>
            <a:off x="689220" y="2122920"/>
            <a:ext cx="4228920" cy="475920"/>
          </a:xfrm>
          <a:prstGeom prst="rect">
            <a:avLst/>
          </a:prstGeom>
          <a:noFill/>
          <a:ln w="0">
            <a:noFill/>
          </a:ln>
        </p:spPr>
        <p:txBody>
          <a:bodyPr lIns="91440" tIns="91440" rIns="91440" bIns="91440" anchor="t">
            <a:normAutofit/>
          </a:bodyPr>
          <a:lstStyle/>
          <a:p>
            <a:pPr>
              <a:lnSpc>
                <a:spcPct val="100000"/>
              </a:lnSpc>
              <a:tabLst>
                <a:tab pos="0" algn="l"/>
              </a:tabLst>
            </a:pPr>
            <a:r>
              <a:rPr lang="en-US" sz="1600" b="0" u="none" strike="noStrike">
                <a:solidFill>
                  <a:schemeClr val="dk1"/>
                </a:solidFill>
                <a:effectLst/>
                <a:uFillTx/>
                <a:latin typeface="Archivo Light"/>
                <a:ea typeface="Archivo Light"/>
              </a:rPr>
              <a:t>Design Principles for Responsible AI</a:t>
            </a:r>
            <a:endParaRPr lang="en-US" sz="1600" b="0" u="none" strike="noStrike">
              <a:solidFill>
                <a:srgbClr val="FFFFFF"/>
              </a:solidFill>
              <a:effectLst/>
              <a:uFillTx/>
              <a:latin typeface="OpenSymbol"/>
            </a:endParaRPr>
          </a:p>
        </p:txBody>
      </p:sp>
      <p:sp>
        <p:nvSpPr>
          <p:cNvPr id="72" name="PlaceHolder 2"/>
          <p:cNvSpPr>
            <a:spLocks noGrp="1"/>
          </p:cNvSpPr>
          <p:nvPr>
            <p:ph type="title"/>
          </p:nvPr>
        </p:nvSpPr>
        <p:spPr>
          <a:xfrm>
            <a:off x="721080" y="-430062"/>
            <a:ext cx="4638240" cy="2228400"/>
          </a:xfrm>
          <a:prstGeom prst="rect">
            <a:avLst/>
          </a:prstGeom>
          <a:noFill/>
          <a:ln w="0">
            <a:noFill/>
          </a:ln>
        </p:spPr>
        <p:txBody>
          <a:bodyPr lIns="91440" tIns="91440" rIns="91440" bIns="91440" anchor="b">
            <a:normAutofit/>
          </a:bodyPr>
          <a:lstStyle/>
          <a:p>
            <a:pPr indent="0">
              <a:lnSpc>
                <a:spcPct val="100000"/>
              </a:lnSpc>
              <a:buNone/>
              <a:tabLst>
                <a:tab pos="0" algn="l"/>
              </a:tabLst>
            </a:pPr>
            <a:r>
              <a:rPr lang="en-IN" sz="4500" b="1" u="none" strike="noStrike" dirty="0">
                <a:solidFill>
                  <a:schemeClr val="accent1"/>
                </a:solidFill>
                <a:effectLst/>
                <a:uFillTx/>
                <a:latin typeface="Orbitron"/>
                <a:ea typeface="Orbitron"/>
              </a:rPr>
              <a:t> </a:t>
            </a:r>
            <a:br>
              <a:rPr lang="en-IN" sz="4500" b="1" u="none" strike="noStrike" dirty="0">
                <a:solidFill>
                  <a:schemeClr val="accent1"/>
                </a:solidFill>
                <a:effectLst/>
                <a:uFillTx/>
                <a:latin typeface="Orbitron"/>
                <a:ea typeface="Orbitron"/>
              </a:rPr>
            </a:br>
            <a:r>
              <a:rPr lang="en-US" sz="4500" b="1" u="none" strike="noStrike" dirty="0">
                <a:solidFill>
                  <a:schemeClr val="accent1"/>
                </a:solidFill>
                <a:effectLst/>
                <a:uFillTx/>
                <a:latin typeface="Orbitron"/>
                <a:ea typeface="Orbitron"/>
              </a:rPr>
              <a:t>Ethical </a:t>
            </a:r>
            <a:r>
              <a:rPr lang="en-US" sz="4500" b="1" u="none" strike="noStrike" dirty="0">
                <a:solidFill>
                  <a:schemeClr val="dk1"/>
                </a:solidFill>
                <a:effectLst/>
                <a:uFillTx/>
                <a:latin typeface="Orbitron"/>
                <a:ea typeface="Orbitron"/>
              </a:rPr>
              <a:t>AI </a:t>
            </a:r>
            <a:endParaRPr lang="fr-FR" sz="4500" b="0" u="none" strike="noStrike" dirty="0">
              <a:solidFill>
                <a:schemeClr val="dk1"/>
              </a:solidFill>
              <a:effectLst/>
              <a:uFillTx/>
              <a:latin typeface="Arial"/>
            </a:endParaRPr>
          </a:p>
        </p:txBody>
      </p:sp>
      <p:grpSp>
        <p:nvGrpSpPr>
          <p:cNvPr id="73" name="Google Shape;154;p32"/>
          <p:cNvGrpSpPr/>
          <p:nvPr/>
        </p:nvGrpSpPr>
        <p:grpSpPr>
          <a:xfrm>
            <a:off x="5063760" y="191880"/>
            <a:ext cx="4239360" cy="4929120"/>
            <a:chOff x="5063760" y="191880"/>
            <a:chExt cx="4239360" cy="4929120"/>
          </a:xfrm>
        </p:grpSpPr>
        <p:sp>
          <p:nvSpPr>
            <p:cNvPr id="74" name="Google Shape;155;p32"/>
            <p:cNvSpPr/>
            <p:nvPr/>
          </p:nvSpPr>
          <p:spPr>
            <a:xfrm>
              <a:off x="5080680" y="679680"/>
              <a:ext cx="859320" cy="928440"/>
            </a:xfrm>
            <a:custGeom>
              <a:avLst/>
              <a:gdLst>
                <a:gd name="textAreaLeft" fmla="*/ 0 w 859320"/>
                <a:gd name="textAreaRight" fmla="*/ 859680 w 859320"/>
                <a:gd name="textAreaTop" fmla="*/ 0 h 928440"/>
                <a:gd name="textAreaBottom" fmla="*/ 928800 h 928440"/>
              </a:gdLst>
              <a:ahLst/>
              <a:cxnLst/>
              <a:rect l="textAreaLeft" t="textAreaTop" r="textAreaRight" b="textAreaBottom"/>
              <a:pathLst>
                <a:path w="31123" h="33625">
                  <a:moveTo>
                    <a:pt x="2402" y="0"/>
                  </a:moveTo>
                  <a:cubicBezTo>
                    <a:pt x="1101" y="0"/>
                    <a:pt x="0" y="1068"/>
                    <a:pt x="0" y="2402"/>
                  </a:cubicBezTo>
                  <a:lnTo>
                    <a:pt x="0" y="31256"/>
                  </a:lnTo>
                  <a:cubicBezTo>
                    <a:pt x="0" y="32557"/>
                    <a:pt x="1034" y="33624"/>
                    <a:pt x="2402" y="33624"/>
                  </a:cubicBezTo>
                  <a:lnTo>
                    <a:pt x="28687" y="33624"/>
                  </a:lnTo>
                  <a:cubicBezTo>
                    <a:pt x="30022" y="33624"/>
                    <a:pt x="31122" y="32557"/>
                    <a:pt x="31122" y="31256"/>
                  </a:cubicBezTo>
                  <a:lnTo>
                    <a:pt x="31122" y="2402"/>
                  </a:lnTo>
                  <a:cubicBezTo>
                    <a:pt x="31122" y="1101"/>
                    <a:pt x="30088" y="0"/>
                    <a:pt x="28754"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 name="Google Shape;156;p32"/>
            <p:cNvSpPr/>
            <p:nvPr/>
          </p:nvSpPr>
          <p:spPr>
            <a:xfrm>
              <a:off x="5124600" y="641160"/>
              <a:ext cx="858600" cy="928440"/>
            </a:xfrm>
            <a:custGeom>
              <a:avLst/>
              <a:gdLst>
                <a:gd name="textAreaLeft" fmla="*/ 0 w 858600"/>
                <a:gd name="textAreaRight" fmla="*/ 858960 w 858600"/>
                <a:gd name="textAreaTop" fmla="*/ 0 h 928440"/>
                <a:gd name="textAreaBottom" fmla="*/ 928800 h 928440"/>
              </a:gdLst>
              <a:ahLst/>
              <a:cxnLst/>
              <a:rect l="textAreaLeft" t="textAreaTop" r="textAreaRight" b="textAreaBottom"/>
              <a:pathLst>
                <a:path w="31090" h="33625">
                  <a:moveTo>
                    <a:pt x="2369" y="0"/>
                  </a:moveTo>
                  <a:cubicBezTo>
                    <a:pt x="1068" y="0"/>
                    <a:pt x="0" y="1034"/>
                    <a:pt x="0" y="2369"/>
                  </a:cubicBezTo>
                  <a:lnTo>
                    <a:pt x="0" y="31223"/>
                  </a:lnTo>
                  <a:cubicBezTo>
                    <a:pt x="0" y="32524"/>
                    <a:pt x="1034" y="33624"/>
                    <a:pt x="2369" y="33624"/>
                  </a:cubicBezTo>
                  <a:lnTo>
                    <a:pt x="28721" y="33624"/>
                  </a:lnTo>
                  <a:cubicBezTo>
                    <a:pt x="30022" y="33624"/>
                    <a:pt x="31089" y="32524"/>
                    <a:pt x="31089" y="31223"/>
                  </a:cubicBezTo>
                  <a:lnTo>
                    <a:pt x="31089" y="2369"/>
                  </a:lnTo>
                  <a:cubicBezTo>
                    <a:pt x="31089" y="1068"/>
                    <a:pt x="30055" y="0"/>
                    <a:pt x="28721"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 name="Google Shape;157;p32"/>
            <p:cNvSpPr/>
            <p:nvPr/>
          </p:nvSpPr>
          <p:spPr>
            <a:xfrm>
              <a:off x="5195880" y="732240"/>
              <a:ext cx="317520" cy="745200"/>
            </a:xfrm>
            <a:custGeom>
              <a:avLst/>
              <a:gdLst>
                <a:gd name="textAreaLeft" fmla="*/ 0 w 317520"/>
                <a:gd name="textAreaRight" fmla="*/ 317880 w 317520"/>
                <a:gd name="textAreaTop" fmla="*/ 0 h 745200"/>
                <a:gd name="textAreaBottom" fmla="*/ 745560 h 745200"/>
              </a:gdLst>
              <a:ahLst/>
              <a:cxnLst/>
              <a:rect l="textAreaLeft" t="textAreaTop" r="textAreaRight" b="textAreaBottom"/>
              <a:pathLst>
                <a:path w="11510" h="26987">
                  <a:moveTo>
                    <a:pt x="2136" y="1"/>
                  </a:moveTo>
                  <a:cubicBezTo>
                    <a:pt x="968" y="1"/>
                    <a:pt x="1" y="968"/>
                    <a:pt x="1" y="2102"/>
                  </a:cubicBezTo>
                  <a:lnTo>
                    <a:pt x="1" y="24852"/>
                  </a:lnTo>
                  <a:cubicBezTo>
                    <a:pt x="1" y="26019"/>
                    <a:pt x="968" y="26987"/>
                    <a:pt x="2136" y="26987"/>
                  </a:cubicBezTo>
                  <a:lnTo>
                    <a:pt x="9408" y="26987"/>
                  </a:lnTo>
                  <a:cubicBezTo>
                    <a:pt x="10575" y="26987"/>
                    <a:pt x="11476" y="26019"/>
                    <a:pt x="11509" y="24852"/>
                  </a:cubicBezTo>
                  <a:lnTo>
                    <a:pt x="11509" y="2102"/>
                  </a:lnTo>
                  <a:cubicBezTo>
                    <a:pt x="11509" y="935"/>
                    <a:pt x="10575" y="1"/>
                    <a:pt x="9408"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 name="Google Shape;158;p32"/>
            <p:cNvSpPr/>
            <p:nvPr/>
          </p:nvSpPr>
          <p:spPr>
            <a:xfrm>
              <a:off x="5586480" y="778320"/>
              <a:ext cx="325080" cy="13320"/>
            </a:xfrm>
            <a:custGeom>
              <a:avLst/>
              <a:gdLst>
                <a:gd name="textAreaLeft" fmla="*/ 0 w 325080"/>
                <a:gd name="textAreaRight" fmla="*/ 325440 w 325080"/>
                <a:gd name="textAreaTop" fmla="*/ 0 h 13320"/>
                <a:gd name="textAreaBottom" fmla="*/ 13680 h 13320"/>
              </a:gdLst>
              <a:ahLst/>
              <a:cxnLst/>
              <a:rect l="textAreaLeft" t="textAreaTop" r="textAreaRight" b="textAreaBottom"/>
              <a:pathLst>
                <a:path w="11776" h="501">
                  <a:moveTo>
                    <a:pt x="267" y="1"/>
                  </a:moveTo>
                  <a:cubicBezTo>
                    <a:pt x="134" y="1"/>
                    <a:pt x="0" y="134"/>
                    <a:pt x="0" y="234"/>
                  </a:cubicBezTo>
                  <a:cubicBezTo>
                    <a:pt x="0" y="367"/>
                    <a:pt x="134" y="501"/>
                    <a:pt x="267" y="501"/>
                  </a:cubicBezTo>
                  <a:lnTo>
                    <a:pt x="11508" y="501"/>
                  </a:lnTo>
                  <a:cubicBezTo>
                    <a:pt x="11642" y="501"/>
                    <a:pt x="11775" y="401"/>
                    <a:pt x="11775" y="234"/>
                  </a:cubicBezTo>
                  <a:cubicBezTo>
                    <a:pt x="11775" y="101"/>
                    <a:pt x="11642" y="1"/>
                    <a:pt x="11508" y="1"/>
                  </a:cubicBezTo>
                  <a:close/>
                </a:path>
              </a:pathLst>
            </a:custGeom>
            <a:solidFill>
              <a:srgbClr val="3F3FD8"/>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 name="Google Shape;159;p32"/>
            <p:cNvSpPr/>
            <p:nvPr/>
          </p:nvSpPr>
          <p:spPr>
            <a:xfrm>
              <a:off x="5586480" y="867960"/>
              <a:ext cx="325080" cy="13320"/>
            </a:xfrm>
            <a:custGeom>
              <a:avLst/>
              <a:gdLst>
                <a:gd name="textAreaLeft" fmla="*/ 0 w 325080"/>
                <a:gd name="textAreaRight" fmla="*/ 325440 w 325080"/>
                <a:gd name="textAreaTop" fmla="*/ 0 h 13320"/>
                <a:gd name="textAreaBottom" fmla="*/ 13680 h 13320"/>
              </a:gdLst>
              <a:ahLst/>
              <a:cxnLst/>
              <a:rect l="textAreaLeft" t="textAreaTop" r="textAreaRight" b="textAreaBottom"/>
              <a:pathLst>
                <a:path w="11776" h="501">
                  <a:moveTo>
                    <a:pt x="267" y="0"/>
                  </a:moveTo>
                  <a:cubicBezTo>
                    <a:pt x="134" y="0"/>
                    <a:pt x="0" y="134"/>
                    <a:pt x="0" y="267"/>
                  </a:cubicBezTo>
                  <a:cubicBezTo>
                    <a:pt x="0" y="400"/>
                    <a:pt x="134" y="501"/>
                    <a:pt x="267" y="501"/>
                  </a:cubicBezTo>
                  <a:lnTo>
                    <a:pt x="11508" y="501"/>
                  </a:lnTo>
                  <a:cubicBezTo>
                    <a:pt x="11642" y="501"/>
                    <a:pt x="11775" y="434"/>
                    <a:pt x="11775" y="267"/>
                  </a:cubicBezTo>
                  <a:cubicBezTo>
                    <a:pt x="11775" y="134"/>
                    <a:pt x="11642" y="0"/>
                    <a:pt x="11508" y="0"/>
                  </a:cubicBezTo>
                  <a:close/>
                </a:path>
              </a:pathLst>
            </a:custGeom>
            <a:solidFill>
              <a:srgbClr val="3F3FD8"/>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 name="Google Shape;160;p32"/>
            <p:cNvSpPr/>
            <p:nvPr/>
          </p:nvSpPr>
          <p:spPr>
            <a:xfrm>
              <a:off x="5586480" y="957960"/>
              <a:ext cx="325080" cy="13320"/>
            </a:xfrm>
            <a:custGeom>
              <a:avLst/>
              <a:gdLst>
                <a:gd name="textAreaLeft" fmla="*/ 0 w 325080"/>
                <a:gd name="textAreaRight" fmla="*/ 325440 w 325080"/>
                <a:gd name="textAreaTop" fmla="*/ 0 h 13320"/>
                <a:gd name="textAreaBottom" fmla="*/ 13680 h 13320"/>
              </a:gdLst>
              <a:ahLst/>
              <a:cxnLst/>
              <a:rect l="textAreaLeft" t="textAreaTop" r="textAreaRight" b="textAreaBottom"/>
              <a:pathLst>
                <a:path w="11776" h="501">
                  <a:moveTo>
                    <a:pt x="267" y="0"/>
                  </a:moveTo>
                  <a:cubicBezTo>
                    <a:pt x="134" y="0"/>
                    <a:pt x="0" y="134"/>
                    <a:pt x="0" y="234"/>
                  </a:cubicBezTo>
                  <a:cubicBezTo>
                    <a:pt x="0" y="367"/>
                    <a:pt x="134" y="501"/>
                    <a:pt x="267" y="501"/>
                  </a:cubicBezTo>
                  <a:lnTo>
                    <a:pt x="11508" y="501"/>
                  </a:lnTo>
                  <a:cubicBezTo>
                    <a:pt x="11642" y="501"/>
                    <a:pt x="11775" y="400"/>
                    <a:pt x="11775" y="234"/>
                  </a:cubicBezTo>
                  <a:cubicBezTo>
                    <a:pt x="11775" y="100"/>
                    <a:pt x="11642" y="0"/>
                    <a:pt x="11508" y="0"/>
                  </a:cubicBezTo>
                  <a:close/>
                </a:path>
              </a:pathLst>
            </a:custGeom>
            <a:solidFill>
              <a:srgbClr val="3F3FD8"/>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 name="Google Shape;161;p32"/>
            <p:cNvSpPr/>
            <p:nvPr/>
          </p:nvSpPr>
          <p:spPr>
            <a:xfrm>
              <a:off x="7382880" y="1647000"/>
              <a:ext cx="772920" cy="911160"/>
            </a:xfrm>
            <a:custGeom>
              <a:avLst/>
              <a:gdLst>
                <a:gd name="textAreaLeft" fmla="*/ 0 w 772920"/>
                <a:gd name="textAreaRight" fmla="*/ 773280 w 772920"/>
                <a:gd name="textAreaTop" fmla="*/ 0 h 911160"/>
                <a:gd name="textAreaBottom" fmla="*/ 911520 h 911160"/>
              </a:gdLst>
              <a:ahLst/>
              <a:cxnLst/>
              <a:rect l="textAreaLeft" t="textAreaTop" r="textAreaRight" b="textAreaBottom"/>
              <a:pathLst>
                <a:path w="27988" h="32991">
                  <a:moveTo>
                    <a:pt x="2302" y="0"/>
                  </a:moveTo>
                  <a:cubicBezTo>
                    <a:pt x="1035" y="0"/>
                    <a:pt x="1" y="1068"/>
                    <a:pt x="1" y="2302"/>
                  </a:cubicBezTo>
                  <a:lnTo>
                    <a:pt x="1" y="30689"/>
                  </a:lnTo>
                  <a:cubicBezTo>
                    <a:pt x="1" y="31956"/>
                    <a:pt x="1035" y="32990"/>
                    <a:pt x="2302" y="32990"/>
                  </a:cubicBezTo>
                  <a:lnTo>
                    <a:pt x="25686" y="32990"/>
                  </a:lnTo>
                  <a:cubicBezTo>
                    <a:pt x="26953" y="32990"/>
                    <a:pt x="27987" y="31990"/>
                    <a:pt x="27987" y="30689"/>
                  </a:cubicBezTo>
                  <a:lnTo>
                    <a:pt x="27987" y="2302"/>
                  </a:lnTo>
                  <a:cubicBezTo>
                    <a:pt x="27987" y="1068"/>
                    <a:pt x="26953" y="0"/>
                    <a:pt x="25686"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 name="Google Shape;162;p32"/>
            <p:cNvSpPr/>
            <p:nvPr/>
          </p:nvSpPr>
          <p:spPr>
            <a:xfrm>
              <a:off x="7441200" y="1595520"/>
              <a:ext cx="771840" cy="911160"/>
            </a:xfrm>
            <a:custGeom>
              <a:avLst/>
              <a:gdLst>
                <a:gd name="textAreaLeft" fmla="*/ 0 w 771840"/>
                <a:gd name="textAreaRight" fmla="*/ 772200 w 771840"/>
                <a:gd name="textAreaTop" fmla="*/ 0 h 911160"/>
                <a:gd name="textAreaBottom" fmla="*/ 911520 h 911160"/>
              </a:gdLst>
              <a:ahLst/>
              <a:cxnLst/>
              <a:rect l="textAreaLeft" t="textAreaTop" r="textAreaRight" b="textAreaBottom"/>
              <a:pathLst>
                <a:path w="27954" h="32991">
                  <a:moveTo>
                    <a:pt x="2268" y="0"/>
                  </a:moveTo>
                  <a:cubicBezTo>
                    <a:pt x="1034" y="0"/>
                    <a:pt x="0" y="1034"/>
                    <a:pt x="0" y="2302"/>
                  </a:cubicBezTo>
                  <a:lnTo>
                    <a:pt x="0" y="30689"/>
                  </a:lnTo>
                  <a:cubicBezTo>
                    <a:pt x="0" y="31956"/>
                    <a:pt x="1034" y="32990"/>
                    <a:pt x="2268" y="32990"/>
                  </a:cubicBezTo>
                  <a:lnTo>
                    <a:pt x="25685" y="32990"/>
                  </a:lnTo>
                  <a:cubicBezTo>
                    <a:pt x="26919" y="32990"/>
                    <a:pt x="27953" y="31956"/>
                    <a:pt x="27953" y="30689"/>
                  </a:cubicBezTo>
                  <a:lnTo>
                    <a:pt x="27953" y="2302"/>
                  </a:lnTo>
                  <a:cubicBezTo>
                    <a:pt x="27953" y="1034"/>
                    <a:pt x="26919" y="0"/>
                    <a:pt x="25685"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2" name="Google Shape;163;p32"/>
            <p:cNvSpPr/>
            <p:nvPr/>
          </p:nvSpPr>
          <p:spPr>
            <a:xfrm>
              <a:off x="7535160" y="1723680"/>
              <a:ext cx="240120" cy="439200"/>
            </a:xfrm>
            <a:custGeom>
              <a:avLst/>
              <a:gdLst>
                <a:gd name="textAreaLeft" fmla="*/ 0 w 240120"/>
                <a:gd name="textAreaRight" fmla="*/ 240480 w 240120"/>
                <a:gd name="textAreaTop" fmla="*/ 0 h 439200"/>
                <a:gd name="textAreaBottom" fmla="*/ 439560 h 439200"/>
              </a:gdLst>
              <a:ahLst/>
              <a:cxnLst/>
              <a:rect l="textAreaLeft" t="textAreaTop" r="textAreaRight" b="textAreaBottom"/>
              <a:pathLst>
                <a:path w="8707" h="15913">
                  <a:moveTo>
                    <a:pt x="1668" y="1"/>
                  </a:moveTo>
                  <a:cubicBezTo>
                    <a:pt x="768" y="1"/>
                    <a:pt x="1" y="735"/>
                    <a:pt x="1" y="1669"/>
                  </a:cubicBezTo>
                  <a:lnTo>
                    <a:pt x="1" y="14244"/>
                  </a:lnTo>
                  <a:cubicBezTo>
                    <a:pt x="1" y="15178"/>
                    <a:pt x="768" y="15912"/>
                    <a:pt x="1668" y="15912"/>
                  </a:cubicBezTo>
                  <a:lnTo>
                    <a:pt x="7039" y="15912"/>
                  </a:lnTo>
                  <a:cubicBezTo>
                    <a:pt x="7973" y="15912"/>
                    <a:pt x="8707" y="15178"/>
                    <a:pt x="8707" y="14244"/>
                  </a:cubicBezTo>
                  <a:lnTo>
                    <a:pt x="8707" y="1669"/>
                  </a:lnTo>
                  <a:cubicBezTo>
                    <a:pt x="8707" y="735"/>
                    <a:pt x="7973" y="1"/>
                    <a:pt x="7039"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 name="Google Shape;164;p32"/>
            <p:cNvSpPr/>
            <p:nvPr/>
          </p:nvSpPr>
          <p:spPr>
            <a:xfrm>
              <a:off x="7878600" y="1723680"/>
              <a:ext cx="240120" cy="439200"/>
            </a:xfrm>
            <a:custGeom>
              <a:avLst/>
              <a:gdLst>
                <a:gd name="textAreaLeft" fmla="*/ 0 w 240120"/>
                <a:gd name="textAreaRight" fmla="*/ 240480 w 240120"/>
                <a:gd name="textAreaTop" fmla="*/ 0 h 439200"/>
                <a:gd name="textAreaBottom" fmla="*/ 439560 h 439200"/>
              </a:gdLst>
              <a:ahLst/>
              <a:cxnLst/>
              <a:rect l="textAreaLeft" t="textAreaTop" r="textAreaRight" b="textAreaBottom"/>
              <a:pathLst>
                <a:path w="8707" h="15913">
                  <a:moveTo>
                    <a:pt x="1669" y="1"/>
                  </a:moveTo>
                  <a:cubicBezTo>
                    <a:pt x="735" y="1"/>
                    <a:pt x="1" y="735"/>
                    <a:pt x="1" y="1669"/>
                  </a:cubicBezTo>
                  <a:lnTo>
                    <a:pt x="1" y="14244"/>
                  </a:lnTo>
                  <a:cubicBezTo>
                    <a:pt x="1" y="15178"/>
                    <a:pt x="735" y="15912"/>
                    <a:pt x="1669" y="15912"/>
                  </a:cubicBezTo>
                  <a:lnTo>
                    <a:pt x="7039" y="15912"/>
                  </a:lnTo>
                  <a:cubicBezTo>
                    <a:pt x="7940" y="15912"/>
                    <a:pt x="8707" y="15178"/>
                    <a:pt x="8707" y="14244"/>
                  </a:cubicBezTo>
                  <a:lnTo>
                    <a:pt x="8707" y="1669"/>
                  </a:lnTo>
                  <a:cubicBezTo>
                    <a:pt x="8707" y="735"/>
                    <a:pt x="7940" y="1"/>
                    <a:pt x="7039" y="1"/>
                  </a:cubicBezTo>
                  <a:close/>
                </a:path>
              </a:pathLst>
            </a:custGeom>
            <a:solidFill>
              <a:srgbClr val="35CFDB"/>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 name="Google Shape;165;p32"/>
            <p:cNvSpPr/>
            <p:nvPr/>
          </p:nvSpPr>
          <p:spPr>
            <a:xfrm>
              <a:off x="7576560" y="2225880"/>
              <a:ext cx="501120" cy="27360"/>
            </a:xfrm>
            <a:custGeom>
              <a:avLst/>
              <a:gdLst>
                <a:gd name="textAreaLeft" fmla="*/ 0 w 501120"/>
                <a:gd name="textAreaRight" fmla="*/ 501480 w 501120"/>
                <a:gd name="textAreaTop" fmla="*/ 0 h 27360"/>
                <a:gd name="textAreaBottom" fmla="*/ 27720 h 27360"/>
              </a:gdLst>
              <a:ahLst/>
              <a:cxnLst/>
              <a:rect l="textAreaLeft" t="textAreaTop" r="textAreaRight" b="textAreaBottom"/>
              <a:pathLst>
                <a:path w="18147" h="1002">
                  <a:moveTo>
                    <a:pt x="501" y="0"/>
                  </a:moveTo>
                  <a:cubicBezTo>
                    <a:pt x="201" y="0"/>
                    <a:pt x="1" y="201"/>
                    <a:pt x="1" y="501"/>
                  </a:cubicBezTo>
                  <a:cubicBezTo>
                    <a:pt x="1" y="801"/>
                    <a:pt x="201" y="1001"/>
                    <a:pt x="501" y="1001"/>
                  </a:cubicBezTo>
                  <a:lnTo>
                    <a:pt x="17613" y="1001"/>
                  </a:lnTo>
                  <a:cubicBezTo>
                    <a:pt x="17880" y="1001"/>
                    <a:pt x="18147" y="734"/>
                    <a:pt x="18114" y="501"/>
                  </a:cubicBezTo>
                  <a:cubicBezTo>
                    <a:pt x="18114" y="201"/>
                    <a:pt x="17880" y="0"/>
                    <a:pt x="1761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 name="Google Shape;166;p32"/>
            <p:cNvSpPr/>
            <p:nvPr/>
          </p:nvSpPr>
          <p:spPr>
            <a:xfrm>
              <a:off x="7588440" y="2295000"/>
              <a:ext cx="478800" cy="27360"/>
            </a:xfrm>
            <a:custGeom>
              <a:avLst/>
              <a:gdLst>
                <a:gd name="textAreaLeft" fmla="*/ 0 w 478800"/>
                <a:gd name="textAreaRight" fmla="*/ 479160 w 478800"/>
                <a:gd name="textAreaTop" fmla="*/ 0 h 27360"/>
                <a:gd name="textAreaBottom" fmla="*/ 27720 h 27360"/>
              </a:gdLst>
              <a:ahLst/>
              <a:cxnLst/>
              <a:rect l="textAreaLeft" t="textAreaTop" r="textAreaRight" b="textAreaBottom"/>
              <a:pathLst>
                <a:path w="17346" h="1001">
                  <a:moveTo>
                    <a:pt x="501" y="0"/>
                  </a:moveTo>
                  <a:cubicBezTo>
                    <a:pt x="200" y="0"/>
                    <a:pt x="0" y="200"/>
                    <a:pt x="0" y="501"/>
                  </a:cubicBezTo>
                  <a:cubicBezTo>
                    <a:pt x="0" y="801"/>
                    <a:pt x="200" y="1001"/>
                    <a:pt x="501" y="1001"/>
                  </a:cubicBezTo>
                  <a:lnTo>
                    <a:pt x="16779" y="1001"/>
                  </a:lnTo>
                  <a:cubicBezTo>
                    <a:pt x="17079" y="1001"/>
                    <a:pt x="17279" y="734"/>
                    <a:pt x="17346" y="501"/>
                  </a:cubicBezTo>
                  <a:cubicBezTo>
                    <a:pt x="17346" y="200"/>
                    <a:pt x="17112" y="0"/>
                    <a:pt x="16846"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 name="Google Shape;167;p32"/>
            <p:cNvSpPr/>
            <p:nvPr/>
          </p:nvSpPr>
          <p:spPr>
            <a:xfrm>
              <a:off x="5290200" y="4839480"/>
              <a:ext cx="3840480" cy="281520"/>
            </a:xfrm>
            <a:custGeom>
              <a:avLst/>
              <a:gdLst>
                <a:gd name="textAreaLeft" fmla="*/ 0 w 3840480"/>
                <a:gd name="textAreaRight" fmla="*/ 3840840 w 3840480"/>
                <a:gd name="textAreaTop" fmla="*/ 0 h 281520"/>
                <a:gd name="textAreaBottom" fmla="*/ 281880 h 281520"/>
              </a:gdLst>
              <a:ahLst/>
              <a:cxnLst/>
              <a:rect l="textAreaLeft" t="textAreaTop" r="textAreaRight" b="textAreaBottom"/>
              <a:pathLst>
                <a:path w="139033" h="10208">
                  <a:moveTo>
                    <a:pt x="0" y="0"/>
                  </a:moveTo>
                  <a:lnTo>
                    <a:pt x="0" y="10207"/>
                  </a:lnTo>
                  <a:lnTo>
                    <a:pt x="139033" y="10207"/>
                  </a:lnTo>
                  <a:lnTo>
                    <a:pt x="139033"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 name="Google Shape;168;p32"/>
            <p:cNvSpPr/>
            <p:nvPr/>
          </p:nvSpPr>
          <p:spPr>
            <a:xfrm>
              <a:off x="5290200" y="4671000"/>
              <a:ext cx="3840480" cy="168480"/>
            </a:xfrm>
            <a:custGeom>
              <a:avLst/>
              <a:gdLst>
                <a:gd name="textAreaLeft" fmla="*/ 0 w 3840480"/>
                <a:gd name="textAreaRight" fmla="*/ 3840840 w 3840480"/>
                <a:gd name="textAreaTop" fmla="*/ 0 h 168480"/>
                <a:gd name="textAreaBottom" fmla="*/ 168840 h 168480"/>
              </a:gdLst>
              <a:ahLst/>
              <a:cxnLst/>
              <a:rect l="textAreaLeft" t="textAreaTop" r="textAreaRight" b="textAreaBottom"/>
              <a:pathLst>
                <a:path w="139033" h="6106">
                  <a:moveTo>
                    <a:pt x="6071" y="1"/>
                  </a:moveTo>
                  <a:cubicBezTo>
                    <a:pt x="2702" y="1"/>
                    <a:pt x="0" y="2769"/>
                    <a:pt x="0" y="6105"/>
                  </a:cubicBezTo>
                  <a:lnTo>
                    <a:pt x="139033" y="6105"/>
                  </a:lnTo>
                  <a:cubicBezTo>
                    <a:pt x="139033" y="2769"/>
                    <a:pt x="136298" y="34"/>
                    <a:pt x="13299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84240" bIns="84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 name="Google Shape;169;p32"/>
            <p:cNvSpPr/>
            <p:nvPr/>
          </p:nvSpPr>
          <p:spPr>
            <a:xfrm>
              <a:off x="5416920" y="1119240"/>
              <a:ext cx="1178280" cy="893520"/>
            </a:xfrm>
            <a:custGeom>
              <a:avLst/>
              <a:gdLst>
                <a:gd name="textAreaLeft" fmla="*/ 0 w 1178280"/>
                <a:gd name="textAreaRight" fmla="*/ 1178640 w 1178280"/>
                <a:gd name="textAreaTop" fmla="*/ 0 h 893520"/>
                <a:gd name="textAreaBottom" fmla="*/ 893880 h 893520"/>
              </a:gdLst>
              <a:ahLst/>
              <a:cxnLst/>
              <a:rect l="textAreaLeft" t="textAreaTop" r="textAreaRight" b="textAreaBottom"/>
              <a:pathLst>
                <a:path w="42665" h="32358">
                  <a:moveTo>
                    <a:pt x="3970" y="1"/>
                  </a:moveTo>
                  <a:cubicBezTo>
                    <a:pt x="1768" y="1"/>
                    <a:pt x="1" y="1769"/>
                    <a:pt x="1" y="3970"/>
                  </a:cubicBezTo>
                  <a:lnTo>
                    <a:pt x="1" y="28388"/>
                  </a:lnTo>
                  <a:cubicBezTo>
                    <a:pt x="1" y="30589"/>
                    <a:pt x="1802" y="32357"/>
                    <a:pt x="3970" y="32357"/>
                  </a:cubicBezTo>
                  <a:lnTo>
                    <a:pt x="38695" y="32357"/>
                  </a:lnTo>
                  <a:cubicBezTo>
                    <a:pt x="40863" y="32357"/>
                    <a:pt x="42664" y="30589"/>
                    <a:pt x="42664" y="28388"/>
                  </a:cubicBezTo>
                  <a:lnTo>
                    <a:pt x="42664" y="3970"/>
                  </a:lnTo>
                  <a:cubicBezTo>
                    <a:pt x="42664" y="1735"/>
                    <a:pt x="40863" y="1"/>
                    <a:pt x="38695"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 name="Google Shape;170;p32"/>
            <p:cNvSpPr/>
            <p:nvPr/>
          </p:nvSpPr>
          <p:spPr>
            <a:xfrm>
              <a:off x="5467680" y="1061280"/>
              <a:ext cx="1178280" cy="893520"/>
            </a:xfrm>
            <a:custGeom>
              <a:avLst/>
              <a:gdLst>
                <a:gd name="textAreaLeft" fmla="*/ 0 w 1178280"/>
                <a:gd name="textAreaRight" fmla="*/ 1178640 w 1178280"/>
                <a:gd name="textAreaTop" fmla="*/ 0 h 893520"/>
                <a:gd name="textAreaBottom" fmla="*/ 893880 h 893520"/>
              </a:gdLst>
              <a:ahLst/>
              <a:cxnLst/>
              <a:rect l="textAreaLeft" t="textAreaTop" r="textAreaRight" b="textAreaBottom"/>
              <a:pathLst>
                <a:path w="42664" h="32357">
                  <a:moveTo>
                    <a:pt x="3970" y="0"/>
                  </a:moveTo>
                  <a:cubicBezTo>
                    <a:pt x="1768" y="0"/>
                    <a:pt x="0" y="1801"/>
                    <a:pt x="0" y="3970"/>
                  </a:cubicBezTo>
                  <a:lnTo>
                    <a:pt x="0" y="28421"/>
                  </a:lnTo>
                  <a:cubicBezTo>
                    <a:pt x="0" y="30622"/>
                    <a:pt x="1801" y="32357"/>
                    <a:pt x="3970" y="32357"/>
                  </a:cubicBezTo>
                  <a:lnTo>
                    <a:pt x="38661" y="32357"/>
                  </a:lnTo>
                  <a:cubicBezTo>
                    <a:pt x="40863" y="32357"/>
                    <a:pt x="42631" y="30622"/>
                    <a:pt x="42664" y="28421"/>
                  </a:cubicBezTo>
                  <a:lnTo>
                    <a:pt x="42664" y="3970"/>
                  </a:lnTo>
                  <a:cubicBezTo>
                    <a:pt x="42664" y="1768"/>
                    <a:pt x="40863" y="0"/>
                    <a:pt x="38694"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 name="Google Shape;171;p32"/>
            <p:cNvSpPr/>
            <p:nvPr/>
          </p:nvSpPr>
          <p:spPr>
            <a:xfrm>
              <a:off x="5467680" y="1063080"/>
              <a:ext cx="1177200" cy="128520"/>
            </a:xfrm>
            <a:custGeom>
              <a:avLst/>
              <a:gdLst>
                <a:gd name="textAreaLeft" fmla="*/ 0 w 1177200"/>
                <a:gd name="textAreaRight" fmla="*/ 1177560 w 1177200"/>
                <a:gd name="textAreaTop" fmla="*/ 0 h 128520"/>
                <a:gd name="textAreaBottom" fmla="*/ 128880 h 128520"/>
              </a:gdLst>
              <a:ahLst/>
              <a:cxnLst/>
              <a:rect l="textAreaLeft" t="textAreaTop" r="textAreaRight" b="textAreaBottom"/>
              <a:pathLst>
                <a:path w="42631" h="4671">
                  <a:moveTo>
                    <a:pt x="3970" y="1"/>
                  </a:moveTo>
                  <a:cubicBezTo>
                    <a:pt x="1801" y="1"/>
                    <a:pt x="0" y="1735"/>
                    <a:pt x="0" y="3937"/>
                  </a:cubicBezTo>
                  <a:lnTo>
                    <a:pt x="0" y="4671"/>
                  </a:lnTo>
                  <a:lnTo>
                    <a:pt x="42631" y="4671"/>
                  </a:lnTo>
                  <a:lnTo>
                    <a:pt x="42631" y="3937"/>
                  </a:lnTo>
                  <a:cubicBezTo>
                    <a:pt x="42631" y="1735"/>
                    <a:pt x="40863" y="1"/>
                    <a:pt x="38661"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64440" bIns="64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 name="Google Shape;172;p32"/>
            <p:cNvSpPr/>
            <p:nvPr/>
          </p:nvSpPr>
          <p:spPr>
            <a:xfrm>
              <a:off x="5572440" y="1096200"/>
              <a:ext cx="62280" cy="61560"/>
            </a:xfrm>
            <a:custGeom>
              <a:avLst/>
              <a:gdLst>
                <a:gd name="textAreaLeft" fmla="*/ 0 w 62280"/>
                <a:gd name="textAreaRight" fmla="*/ 62640 w 62280"/>
                <a:gd name="textAreaTop" fmla="*/ 0 h 61560"/>
                <a:gd name="textAreaBottom" fmla="*/ 61920 h 61560"/>
              </a:gdLst>
              <a:ahLst/>
              <a:cxnLst/>
              <a:rect l="textAreaLeft" t="textAreaTop" r="textAreaRight" b="textAreaBottom"/>
              <a:pathLst>
                <a:path w="2270" h="2236">
                  <a:moveTo>
                    <a:pt x="1135" y="1"/>
                  </a:moveTo>
                  <a:cubicBezTo>
                    <a:pt x="501" y="1"/>
                    <a:pt x="1" y="501"/>
                    <a:pt x="1" y="1135"/>
                  </a:cubicBezTo>
                  <a:cubicBezTo>
                    <a:pt x="1" y="1735"/>
                    <a:pt x="501" y="2236"/>
                    <a:pt x="1135" y="2236"/>
                  </a:cubicBezTo>
                  <a:cubicBezTo>
                    <a:pt x="1769" y="2236"/>
                    <a:pt x="2269" y="1735"/>
                    <a:pt x="2269" y="1135"/>
                  </a:cubicBezTo>
                  <a:cubicBezTo>
                    <a:pt x="2269" y="501"/>
                    <a:pt x="1769" y="1"/>
                    <a:pt x="1135" y="1"/>
                  </a:cubicBezTo>
                  <a:close/>
                </a:path>
              </a:pathLst>
            </a:custGeom>
            <a:solidFill>
              <a:srgbClr val="92F7FF"/>
            </a:solidFill>
            <a:ln w="0">
              <a:noFill/>
            </a:ln>
          </p:spPr>
          <p:style>
            <a:lnRef idx="0">
              <a:scrgbClr r="0" g="0" b="0"/>
            </a:lnRef>
            <a:fillRef idx="0">
              <a:scrgbClr r="0" g="0" b="0"/>
            </a:fillRef>
            <a:effectRef idx="0">
              <a:scrgbClr r="0" g="0" b="0"/>
            </a:effectRef>
            <a:fontRef idx="minor"/>
          </p:style>
          <p:txBody>
            <a:bodyPr tIns="30960" bIns="30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 name="Google Shape;173;p32"/>
            <p:cNvSpPr/>
            <p:nvPr/>
          </p:nvSpPr>
          <p:spPr>
            <a:xfrm>
              <a:off x="5697000" y="1096200"/>
              <a:ext cx="62280" cy="61560"/>
            </a:xfrm>
            <a:custGeom>
              <a:avLst/>
              <a:gdLst>
                <a:gd name="textAreaLeft" fmla="*/ 0 w 62280"/>
                <a:gd name="textAreaRight" fmla="*/ 62640 w 62280"/>
                <a:gd name="textAreaTop" fmla="*/ 0 h 61560"/>
                <a:gd name="textAreaBottom" fmla="*/ 61920 h 61560"/>
              </a:gdLst>
              <a:ahLst/>
              <a:cxnLst/>
              <a:rect l="textAreaLeft" t="textAreaTop" r="textAreaRight" b="textAreaBottom"/>
              <a:pathLst>
                <a:path w="2269" h="2236">
                  <a:moveTo>
                    <a:pt x="1134" y="1"/>
                  </a:moveTo>
                  <a:cubicBezTo>
                    <a:pt x="500" y="1"/>
                    <a:pt x="0" y="501"/>
                    <a:pt x="0" y="1135"/>
                  </a:cubicBezTo>
                  <a:cubicBezTo>
                    <a:pt x="0" y="1735"/>
                    <a:pt x="500" y="2236"/>
                    <a:pt x="1134" y="2236"/>
                  </a:cubicBezTo>
                  <a:cubicBezTo>
                    <a:pt x="1768" y="2236"/>
                    <a:pt x="2268" y="1735"/>
                    <a:pt x="2268" y="1135"/>
                  </a:cubicBezTo>
                  <a:cubicBezTo>
                    <a:pt x="2268" y="501"/>
                    <a:pt x="1768" y="1"/>
                    <a:pt x="1134" y="1"/>
                  </a:cubicBezTo>
                  <a:close/>
                </a:path>
              </a:pathLst>
            </a:custGeom>
            <a:solidFill>
              <a:srgbClr val="92F7FF"/>
            </a:solidFill>
            <a:ln w="0">
              <a:noFill/>
            </a:ln>
          </p:spPr>
          <p:style>
            <a:lnRef idx="0">
              <a:scrgbClr r="0" g="0" b="0"/>
            </a:lnRef>
            <a:fillRef idx="0">
              <a:scrgbClr r="0" g="0" b="0"/>
            </a:fillRef>
            <a:effectRef idx="0">
              <a:scrgbClr r="0" g="0" b="0"/>
            </a:effectRef>
            <a:fontRef idx="minor"/>
          </p:style>
          <p:txBody>
            <a:bodyPr tIns="30960" bIns="30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 name="Google Shape;174;p32"/>
            <p:cNvSpPr/>
            <p:nvPr/>
          </p:nvSpPr>
          <p:spPr>
            <a:xfrm>
              <a:off x="5822280" y="1096200"/>
              <a:ext cx="62280" cy="61560"/>
            </a:xfrm>
            <a:custGeom>
              <a:avLst/>
              <a:gdLst>
                <a:gd name="textAreaLeft" fmla="*/ 0 w 62280"/>
                <a:gd name="textAreaRight" fmla="*/ 62640 w 62280"/>
                <a:gd name="textAreaTop" fmla="*/ 0 h 61560"/>
                <a:gd name="textAreaBottom" fmla="*/ 61920 h 61560"/>
              </a:gdLst>
              <a:ahLst/>
              <a:cxnLst/>
              <a:rect l="textAreaLeft" t="textAreaTop" r="textAreaRight" b="textAreaBottom"/>
              <a:pathLst>
                <a:path w="2269" h="2236">
                  <a:moveTo>
                    <a:pt x="1135" y="1"/>
                  </a:moveTo>
                  <a:cubicBezTo>
                    <a:pt x="501" y="1"/>
                    <a:pt x="1" y="501"/>
                    <a:pt x="1" y="1135"/>
                  </a:cubicBezTo>
                  <a:cubicBezTo>
                    <a:pt x="1" y="1735"/>
                    <a:pt x="501" y="2236"/>
                    <a:pt x="1135" y="2236"/>
                  </a:cubicBezTo>
                  <a:cubicBezTo>
                    <a:pt x="1769" y="2236"/>
                    <a:pt x="2269" y="1735"/>
                    <a:pt x="2269" y="1135"/>
                  </a:cubicBezTo>
                  <a:cubicBezTo>
                    <a:pt x="2269" y="501"/>
                    <a:pt x="1769" y="1"/>
                    <a:pt x="1135" y="1"/>
                  </a:cubicBezTo>
                  <a:close/>
                </a:path>
              </a:pathLst>
            </a:custGeom>
            <a:solidFill>
              <a:srgbClr val="92F7FF"/>
            </a:solidFill>
            <a:ln w="0">
              <a:noFill/>
            </a:ln>
          </p:spPr>
          <p:style>
            <a:lnRef idx="0">
              <a:scrgbClr r="0" g="0" b="0"/>
            </a:lnRef>
            <a:fillRef idx="0">
              <a:scrgbClr r="0" g="0" b="0"/>
            </a:fillRef>
            <a:effectRef idx="0">
              <a:scrgbClr r="0" g="0" b="0"/>
            </a:effectRef>
            <a:fontRef idx="minor"/>
          </p:style>
          <p:txBody>
            <a:bodyPr tIns="30960" bIns="30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 name="Google Shape;175;p32"/>
            <p:cNvSpPr/>
            <p:nvPr/>
          </p:nvSpPr>
          <p:spPr>
            <a:xfrm>
              <a:off x="5879520" y="1236240"/>
              <a:ext cx="353520" cy="329760"/>
            </a:xfrm>
            <a:custGeom>
              <a:avLst/>
              <a:gdLst>
                <a:gd name="textAreaLeft" fmla="*/ 0 w 353520"/>
                <a:gd name="textAreaRight" fmla="*/ 353880 w 353520"/>
                <a:gd name="textAreaTop" fmla="*/ 0 h 329760"/>
                <a:gd name="textAreaBottom" fmla="*/ 330120 h 329760"/>
              </a:gdLst>
              <a:ahLst/>
              <a:cxnLst/>
              <a:rect l="textAreaLeft" t="textAreaTop" r="textAreaRight" b="textAreaBottom"/>
              <a:pathLst>
                <a:path w="12810" h="11950">
                  <a:moveTo>
                    <a:pt x="6413" y="1"/>
                  </a:moveTo>
                  <a:cubicBezTo>
                    <a:pt x="6113" y="1"/>
                    <a:pt x="5810" y="24"/>
                    <a:pt x="5505" y="71"/>
                  </a:cubicBezTo>
                  <a:cubicBezTo>
                    <a:pt x="2236" y="571"/>
                    <a:pt x="1" y="3640"/>
                    <a:pt x="501" y="6876"/>
                  </a:cubicBezTo>
                  <a:cubicBezTo>
                    <a:pt x="985" y="9837"/>
                    <a:pt x="3521" y="11949"/>
                    <a:pt x="6399" y="11949"/>
                  </a:cubicBezTo>
                  <a:cubicBezTo>
                    <a:pt x="6698" y="11949"/>
                    <a:pt x="7001" y="11926"/>
                    <a:pt x="7306" y="11879"/>
                  </a:cubicBezTo>
                  <a:cubicBezTo>
                    <a:pt x="10575" y="11345"/>
                    <a:pt x="12810" y="8310"/>
                    <a:pt x="12310" y="5041"/>
                  </a:cubicBezTo>
                  <a:cubicBezTo>
                    <a:pt x="11856" y="2110"/>
                    <a:pt x="9296" y="1"/>
                    <a:pt x="6413" y="1"/>
                  </a:cubicBezTo>
                  <a:close/>
                </a:path>
              </a:pathLst>
            </a:custGeom>
            <a:solidFill>
              <a:srgbClr val="92F7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 name="Google Shape;176;p32"/>
            <p:cNvSpPr/>
            <p:nvPr/>
          </p:nvSpPr>
          <p:spPr>
            <a:xfrm>
              <a:off x="5687640" y="1650960"/>
              <a:ext cx="736920" cy="303840"/>
            </a:xfrm>
            <a:custGeom>
              <a:avLst/>
              <a:gdLst>
                <a:gd name="textAreaLeft" fmla="*/ 0 w 736920"/>
                <a:gd name="textAreaRight" fmla="*/ 737280 w 736920"/>
                <a:gd name="textAreaTop" fmla="*/ 0 h 303840"/>
                <a:gd name="textAreaBottom" fmla="*/ 304200 h 303840"/>
              </a:gdLst>
              <a:ahLst/>
              <a:cxnLst/>
              <a:rect l="textAreaLeft" t="textAreaTop" r="textAreaRight" b="textAreaBottom"/>
              <a:pathLst>
                <a:path w="26687" h="11009">
                  <a:moveTo>
                    <a:pt x="13343" y="1"/>
                  </a:moveTo>
                  <a:cubicBezTo>
                    <a:pt x="6605" y="1"/>
                    <a:pt x="1001" y="4804"/>
                    <a:pt x="1" y="11009"/>
                  </a:cubicBezTo>
                  <a:lnTo>
                    <a:pt x="26686" y="11009"/>
                  </a:lnTo>
                  <a:cubicBezTo>
                    <a:pt x="25686" y="4804"/>
                    <a:pt x="20115" y="1"/>
                    <a:pt x="13343" y="1"/>
                  </a:cubicBezTo>
                  <a:close/>
                </a:path>
              </a:pathLst>
            </a:custGeom>
            <a:solidFill>
              <a:srgbClr val="92F7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 name="Google Shape;177;p32"/>
            <p:cNvSpPr/>
            <p:nvPr/>
          </p:nvSpPr>
          <p:spPr>
            <a:xfrm>
              <a:off x="7658640" y="1180800"/>
              <a:ext cx="998640" cy="957240"/>
            </a:xfrm>
            <a:custGeom>
              <a:avLst/>
              <a:gdLst>
                <a:gd name="textAreaLeft" fmla="*/ 0 w 998640"/>
                <a:gd name="textAreaRight" fmla="*/ 999000 w 998640"/>
                <a:gd name="textAreaTop" fmla="*/ 0 h 957240"/>
                <a:gd name="textAreaBottom" fmla="*/ 957600 h 957240"/>
              </a:gdLst>
              <a:ahLst/>
              <a:cxnLst/>
              <a:rect l="textAreaLeft" t="textAreaTop" r="textAreaRight" b="textAreaBottom"/>
              <a:pathLst>
                <a:path w="36160" h="34659">
                  <a:moveTo>
                    <a:pt x="4003" y="0"/>
                  </a:moveTo>
                  <a:cubicBezTo>
                    <a:pt x="1802" y="0"/>
                    <a:pt x="0" y="1802"/>
                    <a:pt x="0" y="4003"/>
                  </a:cubicBezTo>
                  <a:lnTo>
                    <a:pt x="0" y="30656"/>
                  </a:lnTo>
                  <a:cubicBezTo>
                    <a:pt x="0" y="32857"/>
                    <a:pt x="1802" y="34659"/>
                    <a:pt x="4003" y="34659"/>
                  </a:cubicBezTo>
                  <a:lnTo>
                    <a:pt x="32157" y="34659"/>
                  </a:lnTo>
                  <a:cubicBezTo>
                    <a:pt x="34358" y="34659"/>
                    <a:pt x="36160" y="32857"/>
                    <a:pt x="36160" y="30656"/>
                  </a:cubicBezTo>
                  <a:lnTo>
                    <a:pt x="36160" y="4003"/>
                  </a:lnTo>
                  <a:cubicBezTo>
                    <a:pt x="36160" y="1802"/>
                    <a:pt x="34358" y="0"/>
                    <a:pt x="32157"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 name="Google Shape;178;p32"/>
            <p:cNvSpPr/>
            <p:nvPr/>
          </p:nvSpPr>
          <p:spPr>
            <a:xfrm>
              <a:off x="7713720" y="1129320"/>
              <a:ext cx="999360" cy="957240"/>
            </a:xfrm>
            <a:custGeom>
              <a:avLst/>
              <a:gdLst>
                <a:gd name="textAreaLeft" fmla="*/ 0 w 999360"/>
                <a:gd name="textAreaRight" fmla="*/ 999720 w 999360"/>
                <a:gd name="textAreaTop" fmla="*/ 0 h 957240"/>
                <a:gd name="textAreaBottom" fmla="*/ 957600 h 957240"/>
              </a:gdLst>
              <a:ahLst/>
              <a:cxnLst/>
              <a:rect l="textAreaLeft" t="textAreaTop" r="textAreaRight" b="textAreaBottom"/>
              <a:pathLst>
                <a:path w="36194" h="34659">
                  <a:moveTo>
                    <a:pt x="4004" y="0"/>
                  </a:moveTo>
                  <a:cubicBezTo>
                    <a:pt x="1802" y="0"/>
                    <a:pt x="1" y="1802"/>
                    <a:pt x="1" y="4003"/>
                  </a:cubicBezTo>
                  <a:lnTo>
                    <a:pt x="1" y="30656"/>
                  </a:lnTo>
                  <a:cubicBezTo>
                    <a:pt x="1" y="32857"/>
                    <a:pt x="1802" y="34659"/>
                    <a:pt x="4004" y="34659"/>
                  </a:cubicBezTo>
                  <a:lnTo>
                    <a:pt x="32157" y="34659"/>
                  </a:lnTo>
                  <a:cubicBezTo>
                    <a:pt x="34392" y="34659"/>
                    <a:pt x="36193" y="32857"/>
                    <a:pt x="36160" y="30656"/>
                  </a:cubicBezTo>
                  <a:lnTo>
                    <a:pt x="36160" y="4003"/>
                  </a:lnTo>
                  <a:cubicBezTo>
                    <a:pt x="36160" y="1768"/>
                    <a:pt x="34359" y="0"/>
                    <a:pt x="32157"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 name="Google Shape;179;p32"/>
            <p:cNvSpPr/>
            <p:nvPr/>
          </p:nvSpPr>
          <p:spPr>
            <a:xfrm>
              <a:off x="7794000" y="1189080"/>
              <a:ext cx="838080" cy="838080"/>
            </a:xfrm>
            <a:custGeom>
              <a:avLst/>
              <a:gdLst>
                <a:gd name="textAreaLeft" fmla="*/ 0 w 838080"/>
                <a:gd name="textAreaRight" fmla="*/ 838440 w 838080"/>
                <a:gd name="textAreaTop" fmla="*/ 0 h 838080"/>
                <a:gd name="textAreaBottom" fmla="*/ 838440 h 838080"/>
              </a:gdLst>
              <a:ahLst/>
              <a:cxnLst/>
              <a:rect l="textAreaLeft" t="textAreaTop" r="textAreaRight" b="textAreaBottom"/>
              <a:pathLst>
                <a:path w="30356" h="30356">
                  <a:moveTo>
                    <a:pt x="15178" y="4437"/>
                  </a:moveTo>
                  <a:cubicBezTo>
                    <a:pt x="21116" y="4437"/>
                    <a:pt x="25919" y="9241"/>
                    <a:pt x="25919" y="15178"/>
                  </a:cubicBezTo>
                  <a:cubicBezTo>
                    <a:pt x="25919" y="21082"/>
                    <a:pt x="21116" y="25886"/>
                    <a:pt x="15178" y="25886"/>
                  </a:cubicBezTo>
                  <a:cubicBezTo>
                    <a:pt x="9274" y="25886"/>
                    <a:pt x="4471" y="21082"/>
                    <a:pt x="4471" y="15178"/>
                  </a:cubicBezTo>
                  <a:cubicBezTo>
                    <a:pt x="4471" y="9241"/>
                    <a:pt x="9274" y="4437"/>
                    <a:pt x="15178" y="4437"/>
                  </a:cubicBezTo>
                  <a:close/>
                  <a:moveTo>
                    <a:pt x="15178" y="1"/>
                  </a:moveTo>
                  <a:cubicBezTo>
                    <a:pt x="6806" y="1"/>
                    <a:pt x="1" y="6805"/>
                    <a:pt x="1" y="15178"/>
                  </a:cubicBezTo>
                  <a:cubicBezTo>
                    <a:pt x="1" y="23551"/>
                    <a:pt x="6806" y="30356"/>
                    <a:pt x="15178" y="30356"/>
                  </a:cubicBezTo>
                  <a:cubicBezTo>
                    <a:pt x="23584" y="30356"/>
                    <a:pt x="30356" y="23551"/>
                    <a:pt x="30356" y="15178"/>
                  </a:cubicBezTo>
                  <a:cubicBezTo>
                    <a:pt x="30323" y="6805"/>
                    <a:pt x="23584" y="1"/>
                    <a:pt x="15178"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 name="Google Shape;180;p32"/>
            <p:cNvSpPr/>
            <p:nvPr/>
          </p:nvSpPr>
          <p:spPr>
            <a:xfrm>
              <a:off x="8498160" y="1526400"/>
              <a:ext cx="720" cy="2520"/>
            </a:xfrm>
            <a:custGeom>
              <a:avLst/>
              <a:gdLst>
                <a:gd name="textAreaLeft" fmla="*/ 0 w 720"/>
                <a:gd name="textAreaRight" fmla="*/ 1080 w 720"/>
                <a:gd name="textAreaTop" fmla="*/ 0 h 2520"/>
                <a:gd name="textAreaBottom" fmla="*/ 2880 h 2520"/>
              </a:gdLst>
              <a:ahLst/>
              <a:cxnLst/>
              <a:rect l="textAreaLeft" t="textAreaTop" r="textAreaRight" b="textAreaBottom"/>
              <a:pathLst>
                <a:path w="35" h="101" fill="none">
                  <a:moveTo>
                    <a:pt x="34" y="100"/>
                  </a:moveTo>
                  <a:cubicBezTo>
                    <a:pt x="34" y="34"/>
                    <a:pt x="34" y="34"/>
                    <a:pt x="1" y="0"/>
                  </a:cubicBezTo>
                  <a:cubicBezTo>
                    <a:pt x="1" y="34"/>
                    <a:pt x="1" y="34"/>
                    <a:pt x="34" y="100"/>
                  </a:cubicBezTo>
                  <a:close/>
                </a:path>
              </a:pathLst>
            </a:custGeom>
            <a:noFill/>
            <a:ln w="5850">
              <a:solidFill>
                <a:srgbClr val="000000"/>
              </a:solidFill>
              <a:miter/>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 name="Google Shape;181;p32"/>
            <p:cNvSpPr/>
            <p:nvPr/>
          </p:nvSpPr>
          <p:spPr>
            <a:xfrm>
              <a:off x="8493480" y="1511640"/>
              <a:ext cx="720" cy="3240"/>
            </a:xfrm>
            <a:custGeom>
              <a:avLst/>
              <a:gdLst>
                <a:gd name="textAreaLeft" fmla="*/ 0 w 720"/>
                <a:gd name="textAreaRight" fmla="*/ 1080 w 720"/>
                <a:gd name="textAreaTop" fmla="*/ 0 h 3240"/>
                <a:gd name="textAreaBottom" fmla="*/ 3600 h 3240"/>
              </a:gdLst>
              <a:ahLst/>
              <a:cxnLst/>
              <a:rect l="textAreaLeft" t="textAreaTop" r="textAreaRight" b="textAreaBottom"/>
              <a:pathLst>
                <a:path w="35" h="135" fill="none">
                  <a:moveTo>
                    <a:pt x="34" y="134"/>
                  </a:moveTo>
                  <a:cubicBezTo>
                    <a:pt x="34" y="67"/>
                    <a:pt x="1" y="34"/>
                    <a:pt x="1" y="1"/>
                  </a:cubicBezTo>
                  <a:cubicBezTo>
                    <a:pt x="34" y="67"/>
                    <a:pt x="34" y="134"/>
                    <a:pt x="34" y="134"/>
                  </a:cubicBezTo>
                  <a:close/>
                </a:path>
              </a:pathLst>
            </a:custGeom>
            <a:noFill/>
            <a:ln w="5850">
              <a:solidFill>
                <a:srgbClr val="000000"/>
              </a:solidFill>
              <a:miter/>
            </a:ln>
          </p:spPr>
          <p:style>
            <a:lnRef idx="0">
              <a:scrgbClr r="0" g="0" b="0"/>
            </a:lnRef>
            <a:fillRef idx="0">
              <a:scrgbClr r="0" g="0" b="0"/>
            </a:fillRef>
            <a:effectRef idx="0">
              <a:scrgbClr r="0" g="0" b="0"/>
            </a:effectRef>
            <a:fontRef idx="minor"/>
          </p:style>
          <p:txBody>
            <a:bodyPr tIns="1800" bIns="1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 name="Google Shape;182;p32"/>
            <p:cNvSpPr/>
            <p:nvPr/>
          </p:nvSpPr>
          <p:spPr>
            <a:xfrm>
              <a:off x="8079840" y="1481400"/>
              <a:ext cx="552600" cy="545040"/>
            </a:xfrm>
            <a:custGeom>
              <a:avLst/>
              <a:gdLst>
                <a:gd name="textAreaLeft" fmla="*/ 0 w 552600"/>
                <a:gd name="textAreaRight" fmla="*/ 552960 w 552600"/>
                <a:gd name="textAreaTop" fmla="*/ 0 h 545040"/>
                <a:gd name="textAreaBottom" fmla="*/ 545400 h 545040"/>
              </a:gdLst>
              <a:ahLst/>
              <a:cxnLst/>
              <a:rect l="textAreaLeft" t="textAreaTop" r="textAreaRight" b="textAreaBottom"/>
              <a:pathLst>
                <a:path w="20015" h="19749">
                  <a:moveTo>
                    <a:pt x="19314" y="1"/>
                  </a:moveTo>
                  <a:lnTo>
                    <a:pt x="19314" y="1"/>
                  </a:lnTo>
                  <a:cubicBezTo>
                    <a:pt x="19581" y="904"/>
                    <a:pt x="19772" y="1833"/>
                    <a:pt x="19888" y="2779"/>
                  </a:cubicBezTo>
                  <a:lnTo>
                    <a:pt x="19888" y="2779"/>
                  </a:lnTo>
                  <a:lnTo>
                    <a:pt x="19915" y="2769"/>
                  </a:lnTo>
                  <a:cubicBezTo>
                    <a:pt x="19781" y="1802"/>
                    <a:pt x="19615" y="901"/>
                    <a:pt x="19314" y="1"/>
                  </a:cubicBezTo>
                  <a:close/>
                  <a:moveTo>
                    <a:pt x="19888" y="2779"/>
                  </a:moveTo>
                  <a:lnTo>
                    <a:pt x="15578" y="4271"/>
                  </a:lnTo>
                  <a:lnTo>
                    <a:pt x="15578" y="4571"/>
                  </a:lnTo>
                  <a:cubicBezTo>
                    <a:pt x="15578" y="10475"/>
                    <a:pt x="10775" y="15278"/>
                    <a:pt x="4837" y="15278"/>
                  </a:cubicBezTo>
                  <a:cubicBezTo>
                    <a:pt x="3303" y="15278"/>
                    <a:pt x="1902" y="14945"/>
                    <a:pt x="568" y="14411"/>
                  </a:cubicBezTo>
                  <a:lnTo>
                    <a:pt x="1" y="18948"/>
                  </a:lnTo>
                  <a:cubicBezTo>
                    <a:pt x="1502" y="19448"/>
                    <a:pt x="3136" y="19748"/>
                    <a:pt x="4837" y="19748"/>
                  </a:cubicBezTo>
                  <a:cubicBezTo>
                    <a:pt x="13243" y="19748"/>
                    <a:pt x="20015" y="12943"/>
                    <a:pt x="20015" y="4571"/>
                  </a:cubicBezTo>
                  <a:cubicBezTo>
                    <a:pt x="20002" y="3968"/>
                    <a:pt x="19960" y="3370"/>
                    <a:pt x="19888" y="2779"/>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 name="Google Shape;183;p32"/>
            <p:cNvSpPr/>
            <p:nvPr/>
          </p:nvSpPr>
          <p:spPr>
            <a:xfrm>
              <a:off x="8488800" y="1498680"/>
              <a:ext cx="720" cy="3240"/>
            </a:xfrm>
            <a:custGeom>
              <a:avLst/>
              <a:gdLst>
                <a:gd name="textAreaLeft" fmla="*/ 0 w 720"/>
                <a:gd name="textAreaRight" fmla="*/ 1080 w 720"/>
                <a:gd name="textAreaTop" fmla="*/ 0 h 3240"/>
                <a:gd name="textAreaBottom" fmla="*/ 3600 h 3240"/>
              </a:gdLst>
              <a:ahLst/>
              <a:cxnLst/>
              <a:rect l="textAreaLeft" t="textAreaTop" r="textAreaRight" b="textAreaBottom"/>
              <a:pathLst>
                <a:path w="34" h="135" fill="none">
                  <a:moveTo>
                    <a:pt x="34" y="134"/>
                  </a:moveTo>
                  <a:cubicBezTo>
                    <a:pt x="34" y="101"/>
                    <a:pt x="0" y="34"/>
                    <a:pt x="0" y="1"/>
                  </a:cubicBezTo>
                  <a:cubicBezTo>
                    <a:pt x="0" y="34"/>
                    <a:pt x="34" y="101"/>
                    <a:pt x="34" y="134"/>
                  </a:cubicBezTo>
                  <a:close/>
                </a:path>
              </a:pathLst>
            </a:custGeom>
            <a:noFill/>
            <a:ln w="5850">
              <a:solidFill>
                <a:srgbClr val="000000"/>
              </a:solidFill>
              <a:miter/>
            </a:ln>
          </p:spPr>
          <p:style>
            <a:lnRef idx="0">
              <a:scrgbClr r="0" g="0" b="0"/>
            </a:lnRef>
            <a:fillRef idx="0">
              <a:scrgbClr r="0" g="0" b="0"/>
            </a:fillRef>
            <a:effectRef idx="0">
              <a:scrgbClr r="0" g="0" b="0"/>
            </a:effectRef>
            <a:fontRef idx="minor"/>
          </p:style>
          <p:txBody>
            <a:bodyPr tIns="1800" bIns="1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 name="Google Shape;184;p32"/>
            <p:cNvSpPr/>
            <p:nvPr/>
          </p:nvSpPr>
          <p:spPr>
            <a:xfrm>
              <a:off x="8507160" y="1570680"/>
              <a:ext cx="360" cy="360"/>
            </a:xfrm>
            <a:custGeom>
              <a:avLst/>
              <a:gdLst>
                <a:gd name="textAreaLeft" fmla="*/ 0 w 360"/>
                <a:gd name="textAreaRight" fmla="*/ 720 w 360"/>
                <a:gd name="textAreaTop" fmla="*/ 0 h 360"/>
                <a:gd name="textAreaBottom" fmla="*/ 720 h 360"/>
              </a:gdLst>
              <a:ahLst/>
              <a:cxnLst/>
              <a:rect l="textAreaLeft" t="textAreaTop" r="textAreaRight" b="textAreaBottom"/>
              <a:pathLst>
                <a:path w="1" h="1" fill="none">
                  <a:moveTo>
                    <a:pt x="0" y="0"/>
                  </a:moveTo>
                  <a:lnTo>
                    <a:pt x="0" y="0"/>
                  </a:lnTo>
                  <a:close/>
                </a:path>
              </a:pathLst>
            </a:custGeom>
            <a:noFill/>
            <a:ln w="5850">
              <a:solidFill>
                <a:srgbClr val="000000"/>
              </a:solidFill>
              <a:miter/>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 name="Google Shape;185;p32"/>
            <p:cNvSpPr/>
            <p:nvPr/>
          </p:nvSpPr>
          <p:spPr>
            <a:xfrm>
              <a:off x="8501760" y="1541160"/>
              <a:ext cx="720" cy="1440"/>
            </a:xfrm>
            <a:custGeom>
              <a:avLst/>
              <a:gdLst>
                <a:gd name="textAreaLeft" fmla="*/ 0 w 720"/>
                <a:gd name="textAreaRight" fmla="*/ 1080 w 720"/>
                <a:gd name="textAreaTop" fmla="*/ 0 h 1440"/>
                <a:gd name="textAreaBottom" fmla="*/ 1800 h 1440"/>
              </a:gdLst>
              <a:ahLst/>
              <a:cxnLst/>
              <a:rect l="textAreaLeft" t="textAreaTop" r="textAreaRight" b="textAreaBottom"/>
              <a:pathLst>
                <a:path w="34" h="67" fill="none">
                  <a:moveTo>
                    <a:pt x="34" y="67"/>
                  </a:moveTo>
                  <a:lnTo>
                    <a:pt x="34" y="0"/>
                  </a:lnTo>
                  <a:cubicBezTo>
                    <a:pt x="0" y="0"/>
                    <a:pt x="0" y="0"/>
                    <a:pt x="34" y="67"/>
                  </a:cubicBezTo>
                  <a:close/>
                </a:path>
              </a:pathLst>
            </a:custGeom>
            <a:noFill/>
            <a:ln w="5850">
              <a:solidFill>
                <a:srgbClr val="000000"/>
              </a:solidFill>
              <a:miter/>
            </a:ln>
          </p:spPr>
          <p:style>
            <a:lnRef idx="0">
              <a:scrgbClr r="0" g="0" b="0"/>
            </a:lnRef>
            <a:fillRef idx="0">
              <a:scrgbClr r="0" g="0" b="0"/>
            </a:fillRef>
            <a:effectRef idx="0">
              <a:scrgbClr r="0" g="0" b="0"/>
            </a:effectRef>
            <a:fontRef idx="minor"/>
          </p:style>
          <p:txBody>
            <a:bodyPr tIns="720" bIns="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 name="Google Shape;186;p32"/>
            <p:cNvSpPr/>
            <p:nvPr/>
          </p:nvSpPr>
          <p:spPr>
            <a:xfrm>
              <a:off x="8505360" y="1554840"/>
              <a:ext cx="360" cy="1440"/>
            </a:xfrm>
            <a:custGeom>
              <a:avLst/>
              <a:gdLst>
                <a:gd name="textAreaLeft" fmla="*/ 0 w 360"/>
                <a:gd name="textAreaRight" fmla="*/ 720 w 360"/>
                <a:gd name="textAreaTop" fmla="*/ 0 h 1440"/>
                <a:gd name="textAreaBottom" fmla="*/ 1800 h 1440"/>
              </a:gdLst>
              <a:ahLst/>
              <a:cxnLst/>
              <a:rect l="textAreaLeft" t="textAreaTop" r="textAreaRight" b="textAreaBottom"/>
              <a:pathLst>
                <a:path w="1" h="68" fill="none">
                  <a:moveTo>
                    <a:pt x="1" y="67"/>
                  </a:moveTo>
                  <a:cubicBezTo>
                    <a:pt x="1" y="67"/>
                    <a:pt x="1" y="0"/>
                    <a:pt x="1" y="67"/>
                  </a:cubicBezTo>
                  <a:cubicBezTo>
                    <a:pt x="1" y="0"/>
                    <a:pt x="1" y="67"/>
                    <a:pt x="1" y="67"/>
                  </a:cubicBezTo>
                  <a:close/>
                </a:path>
              </a:pathLst>
            </a:custGeom>
            <a:noFill/>
            <a:ln w="5850">
              <a:solidFill>
                <a:srgbClr val="000000"/>
              </a:solidFill>
              <a:miter/>
            </a:ln>
          </p:spPr>
          <p:style>
            <a:lnRef idx="0">
              <a:scrgbClr r="0" g="0" b="0"/>
            </a:lnRef>
            <a:fillRef idx="0">
              <a:scrgbClr r="0" g="0" b="0"/>
            </a:fillRef>
            <a:effectRef idx="0">
              <a:scrgbClr r="0" g="0" b="0"/>
            </a:effectRef>
            <a:fontRef idx="minor"/>
          </p:style>
          <p:txBody>
            <a:bodyPr tIns="720" bIns="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 name="Google Shape;187;p32"/>
            <p:cNvSpPr/>
            <p:nvPr/>
          </p:nvSpPr>
          <p:spPr>
            <a:xfrm>
              <a:off x="8234640" y="1189080"/>
              <a:ext cx="394200" cy="410760"/>
            </a:xfrm>
            <a:custGeom>
              <a:avLst/>
              <a:gdLst>
                <a:gd name="textAreaLeft" fmla="*/ 0 w 394200"/>
                <a:gd name="textAreaRight" fmla="*/ 394560 w 394200"/>
                <a:gd name="textAreaTop" fmla="*/ 0 h 410760"/>
                <a:gd name="textAreaBottom" fmla="*/ 411120 h 410760"/>
              </a:gdLst>
              <a:ahLst/>
              <a:cxnLst/>
              <a:rect l="textAreaLeft" t="textAreaTop" r="textAreaRight" b="textAreaBottom"/>
              <a:pathLst>
                <a:path w="14278" h="14878">
                  <a:moveTo>
                    <a:pt x="1" y="1"/>
                  </a:moveTo>
                  <a:lnTo>
                    <a:pt x="1" y="4470"/>
                  </a:lnTo>
                  <a:cubicBezTo>
                    <a:pt x="5471" y="4837"/>
                    <a:pt x="9808" y="9341"/>
                    <a:pt x="9941" y="14878"/>
                  </a:cubicBezTo>
                  <a:lnTo>
                    <a:pt x="14277" y="13377"/>
                  </a:lnTo>
                  <a:cubicBezTo>
                    <a:pt x="13410" y="6072"/>
                    <a:pt x="7406" y="368"/>
                    <a:pt x="1"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7" name="Google Shape;188;p32"/>
            <p:cNvSpPr/>
            <p:nvPr/>
          </p:nvSpPr>
          <p:spPr>
            <a:xfrm>
              <a:off x="7844760" y="1189080"/>
              <a:ext cx="389520" cy="310320"/>
            </a:xfrm>
            <a:custGeom>
              <a:avLst/>
              <a:gdLst>
                <a:gd name="textAreaLeft" fmla="*/ 0 w 389520"/>
                <a:gd name="textAreaRight" fmla="*/ 389880 w 389520"/>
                <a:gd name="textAreaTop" fmla="*/ 0 h 310320"/>
                <a:gd name="textAreaBottom" fmla="*/ 310680 h 310320"/>
              </a:gdLst>
              <a:ahLst/>
              <a:cxnLst/>
              <a:rect l="textAreaLeft" t="textAreaTop" r="textAreaRight" b="textAreaBottom"/>
              <a:pathLst>
                <a:path w="14111" h="11242">
                  <a:moveTo>
                    <a:pt x="13343" y="1"/>
                  </a:moveTo>
                  <a:cubicBezTo>
                    <a:pt x="7606" y="1"/>
                    <a:pt x="2602" y="3203"/>
                    <a:pt x="1" y="7906"/>
                  </a:cubicBezTo>
                  <a:lnTo>
                    <a:pt x="3336" y="11242"/>
                  </a:lnTo>
                  <a:cubicBezTo>
                    <a:pt x="4871" y="7239"/>
                    <a:pt x="8807" y="4404"/>
                    <a:pt x="13343" y="4404"/>
                  </a:cubicBezTo>
                  <a:cubicBezTo>
                    <a:pt x="13610" y="4404"/>
                    <a:pt x="13844" y="4404"/>
                    <a:pt x="14111" y="4470"/>
                  </a:cubicBezTo>
                  <a:lnTo>
                    <a:pt x="14111" y="34"/>
                  </a:lnTo>
                  <a:cubicBezTo>
                    <a:pt x="13844" y="34"/>
                    <a:pt x="13610" y="1"/>
                    <a:pt x="13343"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 name="Google Shape;189;p32"/>
            <p:cNvSpPr/>
            <p:nvPr/>
          </p:nvSpPr>
          <p:spPr>
            <a:xfrm>
              <a:off x="6003720" y="3195720"/>
              <a:ext cx="190440" cy="174240"/>
            </a:xfrm>
            <a:custGeom>
              <a:avLst/>
              <a:gdLst>
                <a:gd name="textAreaLeft" fmla="*/ 0 w 190440"/>
                <a:gd name="textAreaRight" fmla="*/ 190800 w 190440"/>
                <a:gd name="textAreaTop" fmla="*/ 0 h 174240"/>
                <a:gd name="textAreaBottom" fmla="*/ 174600 h 174240"/>
              </a:gdLst>
              <a:ahLst/>
              <a:cxnLst/>
              <a:rect l="textAreaLeft" t="textAreaTop" r="textAreaRight" b="textAreaBottom"/>
              <a:pathLst>
                <a:path w="6906" h="6318">
                  <a:moveTo>
                    <a:pt x="3423" y="0"/>
                  </a:moveTo>
                  <a:cubicBezTo>
                    <a:pt x="3197" y="0"/>
                    <a:pt x="2966" y="24"/>
                    <a:pt x="2736" y="72"/>
                  </a:cubicBezTo>
                  <a:cubicBezTo>
                    <a:pt x="1034" y="506"/>
                    <a:pt x="0" y="2174"/>
                    <a:pt x="367" y="3875"/>
                  </a:cubicBezTo>
                  <a:cubicBezTo>
                    <a:pt x="742" y="5345"/>
                    <a:pt x="2038" y="6317"/>
                    <a:pt x="3482" y="6317"/>
                  </a:cubicBezTo>
                  <a:cubicBezTo>
                    <a:pt x="3709" y="6317"/>
                    <a:pt x="3939" y="6293"/>
                    <a:pt x="4170" y="6243"/>
                  </a:cubicBezTo>
                  <a:cubicBezTo>
                    <a:pt x="5871" y="5843"/>
                    <a:pt x="6905" y="4175"/>
                    <a:pt x="6538" y="2441"/>
                  </a:cubicBezTo>
                  <a:cubicBezTo>
                    <a:pt x="6220" y="995"/>
                    <a:pt x="4899" y="0"/>
                    <a:pt x="3423"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87120" bIns="87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 name="Google Shape;190;p32"/>
            <p:cNvSpPr/>
            <p:nvPr/>
          </p:nvSpPr>
          <p:spPr>
            <a:xfrm>
              <a:off x="5733000" y="1652040"/>
              <a:ext cx="138960" cy="126360"/>
            </a:xfrm>
            <a:custGeom>
              <a:avLst/>
              <a:gdLst>
                <a:gd name="textAreaLeft" fmla="*/ 0 w 138960"/>
                <a:gd name="textAreaRight" fmla="*/ 139320 w 138960"/>
                <a:gd name="textAreaTop" fmla="*/ 0 h 126360"/>
                <a:gd name="textAreaBottom" fmla="*/ 126720 h 126360"/>
              </a:gdLst>
              <a:ahLst/>
              <a:cxnLst/>
              <a:rect l="textAreaLeft" t="textAreaTop" r="textAreaRight" b="textAreaBottom"/>
              <a:pathLst>
                <a:path w="5037" h="4589">
                  <a:moveTo>
                    <a:pt x="2529" y="1"/>
                  </a:moveTo>
                  <a:cubicBezTo>
                    <a:pt x="2354" y="1"/>
                    <a:pt x="2178" y="22"/>
                    <a:pt x="2001" y="66"/>
                  </a:cubicBezTo>
                  <a:cubicBezTo>
                    <a:pt x="801" y="366"/>
                    <a:pt x="0" y="1567"/>
                    <a:pt x="300" y="2801"/>
                  </a:cubicBezTo>
                  <a:cubicBezTo>
                    <a:pt x="531" y="3870"/>
                    <a:pt x="1488" y="4589"/>
                    <a:pt x="2542" y="4589"/>
                  </a:cubicBezTo>
                  <a:cubicBezTo>
                    <a:pt x="2705" y="4589"/>
                    <a:pt x="2870" y="4571"/>
                    <a:pt x="3036" y="4536"/>
                  </a:cubicBezTo>
                  <a:cubicBezTo>
                    <a:pt x="4236" y="4236"/>
                    <a:pt x="5037" y="3035"/>
                    <a:pt x="4737" y="1767"/>
                  </a:cubicBezTo>
                  <a:cubicBezTo>
                    <a:pt x="4481" y="714"/>
                    <a:pt x="3544" y="1"/>
                    <a:pt x="2529" y="1"/>
                  </a:cubicBezTo>
                  <a:close/>
                </a:path>
              </a:pathLst>
            </a:custGeom>
            <a:solidFill>
              <a:srgbClr val="3F3FD8"/>
            </a:solidFill>
            <a:ln w="0">
              <a:noFill/>
            </a:ln>
          </p:spPr>
          <p:style>
            <a:lnRef idx="0">
              <a:scrgbClr r="0" g="0" b="0"/>
            </a:lnRef>
            <a:fillRef idx="0">
              <a:scrgbClr r="0" g="0" b="0"/>
            </a:fillRef>
            <a:effectRef idx="0">
              <a:scrgbClr r="0" g="0" b="0"/>
            </a:effectRef>
            <a:fontRef idx="minor"/>
          </p:style>
          <p:txBody>
            <a:bodyPr tIns="63360" bIns="63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 name="Google Shape;191;p32"/>
            <p:cNvSpPr/>
            <p:nvPr/>
          </p:nvSpPr>
          <p:spPr>
            <a:xfrm>
              <a:off x="5210280" y="1212480"/>
              <a:ext cx="45720" cy="39240"/>
            </a:xfrm>
            <a:custGeom>
              <a:avLst/>
              <a:gdLst>
                <a:gd name="textAreaLeft" fmla="*/ 0 w 45720"/>
                <a:gd name="textAreaRight" fmla="*/ 46080 w 45720"/>
                <a:gd name="textAreaTop" fmla="*/ 0 h 39240"/>
                <a:gd name="textAreaBottom" fmla="*/ 39600 h 39240"/>
              </a:gdLst>
              <a:ahLst/>
              <a:cxnLst/>
              <a:rect l="textAreaLeft" t="textAreaTop" r="textAreaRight" b="textAreaBottom"/>
              <a:pathLst>
                <a:path w="1669" h="1437">
                  <a:moveTo>
                    <a:pt x="318" y="0"/>
                  </a:moveTo>
                  <a:cubicBezTo>
                    <a:pt x="244" y="0"/>
                    <a:pt x="165" y="37"/>
                    <a:pt x="101" y="102"/>
                  </a:cubicBezTo>
                  <a:cubicBezTo>
                    <a:pt x="1" y="169"/>
                    <a:pt x="67" y="335"/>
                    <a:pt x="134" y="435"/>
                  </a:cubicBezTo>
                  <a:lnTo>
                    <a:pt x="1268" y="1369"/>
                  </a:lnTo>
                  <a:cubicBezTo>
                    <a:pt x="1301" y="1436"/>
                    <a:pt x="1402" y="1436"/>
                    <a:pt x="1435" y="1436"/>
                  </a:cubicBezTo>
                  <a:cubicBezTo>
                    <a:pt x="1535" y="1436"/>
                    <a:pt x="1568" y="1369"/>
                    <a:pt x="1602" y="1336"/>
                  </a:cubicBezTo>
                  <a:cubicBezTo>
                    <a:pt x="1668" y="1269"/>
                    <a:pt x="1635" y="1103"/>
                    <a:pt x="1568" y="1002"/>
                  </a:cubicBezTo>
                  <a:lnTo>
                    <a:pt x="434" y="35"/>
                  </a:lnTo>
                  <a:cubicBezTo>
                    <a:pt x="399" y="11"/>
                    <a:pt x="359" y="0"/>
                    <a:pt x="318" y="0"/>
                  </a:cubicBezTo>
                  <a:close/>
                </a:path>
              </a:pathLst>
            </a:custGeom>
            <a:solidFill>
              <a:srgbClr val="F5FDFF"/>
            </a:solidFill>
            <a:ln w="0">
              <a:noFill/>
            </a:ln>
          </p:spPr>
          <p:style>
            <a:lnRef idx="0">
              <a:scrgbClr r="0" g="0" b="0"/>
            </a:lnRef>
            <a:fillRef idx="0">
              <a:scrgbClr r="0" g="0" b="0"/>
            </a:fillRef>
            <a:effectRef idx="0">
              <a:scrgbClr r="0" g="0" b="0"/>
            </a:effectRef>
            <a:fontRef idx="minor"/>
          </p:style>
          <p:txBody>
            <a:bodyPr tIns="19800" bIns="19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 name="Google Shape;192;p32"/>
            <p:cNvSpPr/>
            <p:nvPr/>
          </p:nvSpPr>
          <p:spPr>
            <a:xfrm>
              <a:off x="5304600" y="1291680"/>
              <a:ext cx="331560" cy="282240"/>
            </a:xfrm>
            <a:custGeom>
              <a:avLst/>
              <a:gdLst>
                <a:gd name="textAreaLeft" fmla="*/ 0 w 331560"/>
                <a:gd name="textAreaRight" fmla="*/ 331920 w 331560"/>
                <a:gd name="textAreaTop" fmla="*/ 0 h 282240"/>
                <a:gd name="textAreaBottom" fmla="*/ 282600 h 282240"/>
              </a:gdLst>
              <a:ahLst/>
              <a:cxnLst/>
              <a:rect l="textAreaLeft" t="textAreaTop" r="textAreaRight" b="textAreaBottom"/>
              <a:pathLst>
                <a:path w="12010" h="10236">
                  <a:moveTo>
                    <a:pt x="277" y="1"/>
                  </a:moveTo>
                  <a:cubicBezTo>
                    <a:pt x="207" y="1"/>
                    <a:pt x="126" y="36"/>
                    <a:pt x="68" y="95"/>
                  </a:cubicBezTo>
                  <a:cubicBezTo>
                    <a:pt x="1" y="161"/>
                    <a:pt x="34" y="328"/>
                    <a:pt x="134" y="428"/>
                  </a:cubicBezTo>
                  <a:lnTo>
                    <a:pt x="2403" y="2396"/>
                  </a:lnTo>
                  <a:cubicBezTo>
                    <a:pt x="2469" y="2430"/>
                    <a:pt x="2536" y="2430"/>
                    <a:pt x="2569" y="2430"/>
                  </a:cubicBezTo>
                  <a:cubicBezTo>
                    <a:pt x="2670" y="2430"/>
                    <a:pt x="2736" y="2396"/>
                    <a:pt x="2736" y="2329"/>
                  </a:cubicBezTo>
                  <a:cubicBezTo>
                    <a:pt x="2836" y="2263"/>
                    <a:pt x="2803" y="2096"/>
                    <a:pt x="2703" y="1996"/>
                  </a:cubicBezTo>
                  <a:lnTo>
                    <a:pt x="401" y="61"/>
                  </a:lnTo>
                  <a:cubicBezTo>
                    <a:pt x="373" y="19"/>
                    <a:pt x="328" y="1"/>
                    <a:pt x="277" y="1"/>
                  </a:cubicBezTo>
                  <a:close/>
                  <a:moveTo>
                    <a:pt x="4870" y="3928"/>
                  </a:moveTo>
                  <a:cubicBezTo>
                    <a:pt x="4792" y="3928"/>
                    <a:pt x="4712" y="3956"/>
                    <a:pt x="4671" y="3997"/>
                  </a:cubicBezTo>
                  <a:cubicBezTo>
                    <a:pt x="4571" y="4097"/>
                    <a:pt x="4638" y="4264"/>
                    <a:pt x="4704" y="4331"/>
                  </a:cubicBezTo>
                  <a:lnTo>
                    <a:pt x="7006" y="6299"/>
                  </a:lnTo>
                  <a:cubicBezTo>
                    <a:pt x="7039" y="6332"/>
                    <a:pt x="7139" y="6332"/>
                    <a:pt x="7173" y="6332"/>
                  </a:cubicBezTo>
                  <a:cubicBezTo>
                    <a:pt x="7239" y="6332"/>
                    <a:pt x="7306" y="6299"/>
                    <a:pt x="7340" y="6266"/>
                  </a:cubicBezTo>
                  <a:cubicBezTo>
                    <a:pt x="7406" y="6166"/>
                    <a:pt x="7373" y="5999"/>
                    <a:pt x="7306" y="5932"/>
                  </a:cubicBezTo>
                  <a:lnTo>
                    <a:pt x="5005" y="3964"/>
                  </a:lnTo>
                  <a:cubicBezTo>
                    <a:pt x="4966" y="3938"/>
                    <a:pt x="4918" y="3928"/>
                    <a:pt x="4870" y="3928"/>
                  </a:cubicBezTo>
                  <a:close/>
                  <a:moveTo>
                    <a:pt x="9473" y="7799"/>
                  </a:moveTo>
                  <a:cubicBezTo>
                    <a:pt x="9398" y="7799"/>
                    <a:pt x="9305" y="7836"/>
                    <a:pt x="9241" y="7900"/>
                  </a:cubicBezTo>
                  <a:cubicBezTo>
                    <a:pt x="9174" y="7967"/>
                    <a:pt x="9208" y="8134"/>
                    <a:pt x="9308" y="8200"/>
                  </a:cubicBezTo>
                  <a:lnTo>
                    <a:pt x="11576" y="10168"/>
                  </a:lnTo>
                  <a:cubicBezTo>
                    <a:pt x="11643" y="10235"/>
                    <a:pt x="11709" y="10235"/>
                    <a:pt x="11743" y="10235"/>
                  </a:cubicBezTo>
                  <a:cubicBezTo>
                    <a:pt x="11809" y="10235"/>
                    <a:pt x="11876" y="10168"/>
                    <a:pt x="11909" y="10135"/>
                  </a:cubicBezTo>
                  <a:cubicBezTo>
                    <a:pt x="12010" y="10068"/>
                    <a:pt x="11976" y="9902"/>
                    <a:pt x="11876" y="9801"/>
                  </a:cubicBezTo>
                  <a:lnTo>
                    <a:pt x="9574" y="7833"/>
                  </a:lnTo>
                  <a:cubicBezTo>
                    <a:pt x="9551" y="7810"/>
                    <a:pt x="9515" y="7799"/>
                    <a:pt x="9473" y="7799"/>
                  </a:cubicBezTo>
                  <a:close/>
                </a:path>
              </a:pathLst>
            </a:custGeom>
            <a:solidFill>
              <a:srgbClr val="F5FD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 name="Google Shape;193;p32"/>
            <p:cNvSpPr/>
            <p:nvPr/>
          </p:nvSpPr>
          <p:spPr>
            <a:xfrm>
              <a:off x="5683320" y="1615680"/>
              <a:ext cx="45720" cy="38880"/>
            </a:xfrm>
            <a:custGeom>
              <a:avLst/>
              <a:gdLst>
                <a:gd name="textAreaLeft" fmla="*/ 0 w 45720"/>
                <a:gd name="textAreaRight" fmla="*/ 46080 w 45720"/>
                <a:gd name="textAreaTop" fmla="*/ 0 h 38880"/>
                <a:gd name="textAreaBottom" fmla="*/ 39240 h 38880"/>
              </a:gdLst>
              <a:ahLst/>
              <a:cxnLst/>
              <a:rect l="textAreaLeft" t="textAreaTop" r="textAreaRight" b="textAreaBottom"/>
              <a:pathLst>
                <a:path w="1669" h="1420">
                  <a:moveTo>
                    <a:pt x="305" y="1"/>
                  </a:moveTo>
                  <a:cubicBezTo>
                    <a:pt x="225" y="1"/>
                    <a:pt x="143" y="43"/>
                    <a:pt x="101" y="85"/>
                  </a:cubicBezTo>
                  <a:cubicBezTo>
                    <a:pt x="1" y="185"/>
                    <a:pt x="34" y="352"/>
                    <a:pt x="134" y="418"/>
                  </a:cubicBezTo>
                  <a:lnTo>
                    <a:pt x="1235" y="1386"/>
                  </a:lnTo>
                  <a:cubicBezTo>
                    <a:pt x="1302" y="1419"/>
                    <a:pt x="1368" y="1419"/>
                    <a:pt x="1435" y="1419"/>
                  </a:cubicBezTo>
                  <a:cubicBezTo>
                    <a:pt x="1502" y="1419"/>
                    <a:pt x="1602" y="1386"/>
                    <a:pt x="1602" y="1319"/>
                  </a:cubicBezTo>
                  <a:cubicBezTo>
                    <a:pt x="1669" y="1252"/>
                    <a:pt x="1635" y="1086"/>
                    <a:pt x="1535" y="1019"/>
                  </a:cubicBezTo>
                  <a:lnTo>
                    <a:pt x="434" y="52"/>
                  </a:lnTo>
                  <a:cubicBezTo>
                    <a:pt x="398" y="15"/>
                    <a:pt x="352" y="1"/>
                    <a:pt x="305" y="1"/>
                  </a:cubicBezTo>
                  <a:close/>
                </a:path>
              </a:pathLst>
            </a:custGeom>
            <a:solidFill>
              <a:srgbClr val="F5FDFF"/>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 name="Google Shape;194;p32"/>
            <p:cNvSpPr/>
            <p:nvPr/>
          </p:nvSpPr>
          <p:spPr>
            <a:xfrm>
              <a:off x="5063760" y="1075320"/>
              <a:ext cx="149040" cy="136440"/>
            </a:xfrm>
            <a:custGeom>
              <a:avLst/>
              <a:gdLst>
                <a:gd name="textAreaLeft" fmla="*/ 0 w 149040"/>
                <a:gd name="textAreaRight" fmla="*/ 149400 w 149040"/>
                <a:gd name="textAreaTop" fmla="*/ 0 h 136440"/>
                <a:gd name="textAreaBottom" fmla="*/ 136800 h 136440"/>
              </a:gdLst>
              <a:ahLst/>
              <a:cxnLst/>
              <a:rect l="textAreaLeft" t="textAreaTop" r="textAreaRight" b="textAreaBottom"/>
              <a:pathLst>
                <a:path w="5405" h="4948">
                  <a:moveTo>
                    <a:pt x="2714" y="0"/>
                  </a:moveTo>
                  <a:cubicBezTo>
                    <a:pt x="2535" y="0"/>
                    <a:pt x="2353" y="20"/>
                    <a:pt x="2169" y="61"/>
                  </a:cubicBezTo>
                  <a:cubicBezTo>
                    <a:pt x="835" y="328"/>
                    <a:pt x="1" y="1662"/>
                    <a:pt x="268" y="2997"/>
                  </a:cubicBezTo>
                  <a:cubicBezTo>
                    <a:pt x="530" y="4163"/>
                    <a:pt x="1583" y="4948"/>
                    <a:pt x="2736" y="4948"/>
                  </a:cubicBezTo>
                  <a:cubicBezTo>
                    <a:pt x="2901" y="4948"/>
                    <a:pt x="3069" y="4932"/>
                    <a:pt x="3236" y="4898"/>
                  </a:cubicBezTo>
                  <a:cubicBezTo>
                    <a:pt x="4571" y="4598"/>
                    <a:pt x="5405" y="3264"/>
                    <a:pt x="5104" y="1929"/>
                  </a:cubicBezTo>
                  <a:cubicBezTo>
                    <a:pt x="4817" y="779"/>
                    <a:pt x="3834" y="0"/>
                    <a:pt x="2714" y="0"/>
                  </a:cubicBezTo>
                  <a:close/>
                </a:path>
              </a:pathLst>
            </a:custGeom>
            <a:solidFill>
              <a:srgbClr val="35CFDB"/>
            </a:solidFill>
            <a:ln w="0">
              <a:noFill/>
            </a:ln>
          </p:spPr>
          <p:style>
            <a:lnRef idx="0">
              <a:scrgbClr r="0" g="0" b="0"/>
            </a:lnRef>
            <a:fillRef idx="0">
              <a:scrgbClr r="0" g="0" b="0"/>
            </a:fillRef>
            <a:effectRef idx="0">
              <a:scrgbClr r="0" g="0" b="0"/>
            </a:effectRef>
            <a:fontRef idx="minor"/>
          </p:style>
          <p:txBody>
            <a:bodyPr tIns="68400" bIns="68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 name="Google Shape;195;p32"/>
            <p:cNvSpPr/>
            <p:nvPr/>
          </p:nvSpPr>
          <p:spPr>
            <a:xfrm>
              <a:off x="5142240" y="191880"/>
              <a:ext cx="371160" cy="345240"/>
            </a:xfrm>
            <a:custGeom>
              <a:avLst/>
              <a:gdLst>
                <a:gd name="textAreaLeft" fmla="*/ 0 w 371160"/>
                <a:gd name="textAreaRight" fmla="*/ 371520 w 371160"/>
                <a:gd name="textAreaTop" fmla="*/ 0 h 345240"/>
                <a:gd name="textAreaBottom" fmla="*/ 345600 h 345240"/>
              </a:gdLst>
              <a:ahLst/>
              <a:cxnLst/>
              <a:rect l="textAreaLeft" t="textAreaTop" r="textAreaRight" b="textAreaBottom"/>
              <a:pathLst>
                <a:path w="13444" h="12513">
                  <a:moveTo>
                    <a:pt x="6759" y="0"/>
                  </a:moveTo>
                  <a:cubicBezTo>
                    <a:pt x="6422" y="0"/>
                    <a:pt x="6081" y="28"/>
                    <a:pt x="5738" y="85"/>
                  </a:cubicBezTo>
                  <a:cubicBezTo>
                    <a:pt x="2335" y="619"/>
                    <a:pt x="0" y="3854"/>
                    <a:pt x="567" y="7257"/>
                  </a:cubicBezTo>
                  <a:cubicBezTo>
                    <a:pt x="1047" y="10316"/>
                    <a:pt x="3684" y="12512"/>
                    <a:pt x="6708" y="12512"/>
                  </a:cubicBezTo>
                  <a:cubicBezTo>
                    <a:pt x="7048" y="12512"/>
                    <a:pt x="7392" y="12484"/>
                    <a:pt x="7739" y="12427"/>
                  </a:cubicBezTo>
                  <a:cubicBezTo>
                    <a:pt x="11141" y="11893"/>
                    <a:pt x="13443" y="8658"/>
                    <a:pt x="12909" y="5255"/>
                  </a:cubicBezTo>
                  <a:cubicBezTo>
                    <a:pt x="12399" y="2196"/>
                    <a:pt x="9759" y="0"/>
                    <a:pt x="6759" y="0"/>
                  </a:cubicBezTo>
                  <a:close/>
                </a:path>
              </a:pathLst>
            </a:custGeom>
            <a:solidFill>
              <a:srgbClr val="A6AB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 name="Google Shape;196;p32"/>
            <p:cNvSpPr/>
            <p:nvPr/>
          </p:nvSpPr>
          <p:spPr>
            <a:xfrm>
              <a:off x="5187240" y="223560"/>
              <a:ext cx="281520" cy="281520"/>
            </a:xfrm>
            <a:custGeom>
              <a:avLst/>
              <a:gdLst>
                <a:gd name="textAreaLeft" fmla="*/ 0 w 281520"/>
                <a:gd name="textAreaRight" fmla="*/ 281880 w 281520"/>
                <a:gd name="textAreaTop" fmla="*/ 0 h 281520"/>
                <a:gd name="textAreaBottom" fmla="*/ 281880 h 281520"/>
              </a:gdLst>
              <a:ahLst/>
              <a:cxnLst/>
              <a:rect l="textAreaLeft" t="textAreaTop" r="textAreaRight" b="textAreaBottom"/>
              <a:pathLst>
                <a:path w="10208" h="10208">
                  <a:moveTo>
                    <a:pt x="5104" y="0"/>
                  </a:moveTo>
                  <a:cubicBezTo>
                    <a:pt x="2302" y="0"/>
                    <a:pt x="1" y="2302"/>
                    <a:pt x="1" y="5104"/>
                  </a:cubicBezTo>
                  <a:cubicBezTo>
                    <a:pt x="1" y="7906"/>
                    <a:pt x="2302" y="10208"/>
                    <a:pt x="5104" y="10208"/>
                  </a:cubicBezTo>
                  <a:cubicBezTo>
                    <a:pt x="7906" y="10208"/>
                    <a:pt x="10208" y="7906"/>
                    <a:pt x="10208" y="5104"/>
                  </a:cubicBezTo>
                  <a:cubicBezTo>
                    <a:pt x="10208" y="2269"/>
                    <a:pt x="7906" y="34"/>
                    <a:pt x="5104" y="0"/>
                  </a:cubicBezTo>
                  <a:close/>
                </a:path>
              </a:pathLst>
            </a:custGeom>
            <a:solidFill>
              <a:srgbClr val="7789F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 name="Google Shape;197;p32"/>
            <p:cNvSpPr/>
            <p:nvPr/>
          </p:nvSpPr>
          <p:spPr>
            <a:xfrm>
              <a:off x="5268600" y="262440"/>
              <a:ext cx="124200" cy="207000"/>
            </a:xfrm>
            <a:custGeom>
              <a:avLst/>
              <a:gdLst>
                <a:gd name="textAreaLeft" fmla="*/ 0 w 124200"/>
                <a:gd name="textAreaRight" fmla="*/ 124560 w 124200"/>
                <a:gd name="textAreaTop" fmla="*/ 0 h 207000"/>
                <a:gd name="textAreaBottom" fmla="*/ 207360 h 207000"/>
              </a:gdLst>
              <a:ahLst/>
              <a:cxnLst/>
              <a:rect l="textAreaLeft" t="textAreaTop" r="textAreaRight" b="textAreaBottom"/>
              <a:pathLst>
                <a:path w="4504" h="7506">
                  <a:moveTo>
                    <a:pt x="1868" y="2002"/>
                  </a:moveTo>
                  <a:lnTo>
                    <a:pt x="1868" y="2969"/>
                  </a:lnTo>
                  <a:cubicBezTo>
                    <a:pt x="1668" y="2869"/>
                    <a:pt x="1601" y="2836"/>
                    <a:pt x="1501" y="2736"/>
                  </a:cubicBezTo>
                  <a:cubicBezTo>
                    <a:pt x="1468" y="2669"/>
                    <a:pt x="1434" y="2569"/>
                    <a:pt x="1434" y="2469"/>
                  </a:cubicBezTo>
                  <a:cubicBezTo>
                    <a:pt x="1434" y="2202"/>
                    <a:pt x="1601" y="2069"/>
                    <a:pt x="1868" y="2002"/>
                  </a:cubicBezTo>
                  <a:close/>
                  <a:moveTo>
                    <a:pt x="2635" y="4637"/>
                  </a:moveTo>
                  <a:cubicBezTo>
                    <a:pt x="2802" y="4670"/>
                    <a:pt x="2935" y="4737"/>
                    <a:pt x="2969" y="4837"/>
                  </a:cubicBezTo>
                  <a:cubicBezTo>
                    <a:pt x="3002" y="4904"/>
                    <a:pt x="3036" y="5004"/>
                    <a:pt x="3036" y="5137"/>
                  </a:cubicBezTo>
                  <a:cubicBezTo>
                    <a:pt x="3036" y="5338"/>
                    <a:pt x="2869" y="5471"/>
                    <a:pt x="2635" y="5538"/>
                  </a:cubicBezTo>
                  <a:lnTo>
                    <a:pt x="2635" y="4637"/>
                  </a:lnTo>
                  <a:close/>
                  <a:moveTo>
                    <a:pt x="1868" y="0"/>
                  </a:moveTo>
                  <a:lnTo>
                    <a:pt x="1868" y="834"/>
                  </a:lnTo>
                  <a:cubicBezTo>
                    <a:pt x="1301" y="868"/>
                    <a:pt x="834" y="1068"/>
                    <a:pt x="500" y="1368"/>
                  </a:cubicBezTo>
                  <a:cubicBezTo>
                    <a:pt x="167" y="1668"/>
                    <a:pt x="0" y="2069"/>
                    <a:pt x="0" y="2536"/>
                  </a:cubicBezTo>
                  <a:cubicBezTo>
                    <a:pt x="0" y="2936"/>
                    <a:pt x="167" y="3336"/>
                    <a:pt x="467" y="3670"/>
                  </a:cubicBezTo>
                  <a:cubicBezTo>
                    <a:pt x="767" y="4003"/>
                    <a:pt x="1168" y="4203"/>
                    <a:pt x="1768" y="4370"/>
                  </a:cubicBezTo>
                  <a:lnTo>
                    <a:pt x="1868" y="4404"/>
                  </a:lnTo>
                  <a:lnTo>
                    <a:pt x="1868" y="5638"/>
                  </a:lnTo>
                  <a:cubicBezTo>
                    <a:pt x="1668" y="5638"/>
                    <a:pt x="1434" y="5571"/>
                    <a:pt x="1134" y="5504"/>
                  </a:cubicBezTo>
                  <a:cubicBezTo>
                    <a:pt x="867" y="5404"/>
                    <a:pt x="634" y="5338"/>
                    <a:pt x="367" y="5204"/>
                  </a:cubicBezTo>
                  <a:lnTo>
                    <a:pt x="0" y="6405"/>
                  </a:lnTo>
                  <a:cubicBezTo>
                    <a:pt x="534" y="6672"/>
                    <a:pt x="1168" y="6772"/>
                    <a:pt x="1868" y="6839"/>
                  </a:cubicBezTo>
                  <a:lnTo>
                    <a:pt x="1968" y="6839"/>
                  </a:lnTo>
                  <a:lnTo>
                    <a:pt x="1968" y="7506"/>
                  </a:lnTo>
                  <a:lnTo>
                    <a:pt x="2702" y="7506"/>
                  </a:lnTo>
                  <a:lnTo>
                    <a:pt x="2702" y="6839"/>
                  </a:lnTo>
                  <a:cubicBezTo>
                    <a:pt x="3302" y="6739"/>
                    <a:pt x="3703" y="6538"/>
                    <a:pt x="4036" y="6238"/>
                  </a:cubicBezTo>
                  <a:cubicBezTo>
                    <a:pt x="4336" y="5971"/>
                    <a:pt x="4503" y="5538"/>
                    <a:pt x="4503" y="5037"/>
                  </a:cubicBezTo>
                  <a:cubicBezTo>
                    <a:pt x="4503" y="4570"/>
                    <a:pt x="4336" y="4237"/>
                    <a:pt x="4036" y="3903"/>
                  </a:cubicBezTo>
                  <a:cubicBezTo>
                    <a:pt x="3703" y="3603"/>
                    <a:pt x="3302" y="3370"/>
                    <a:pt x="2769" y="3236"/>
                  </a:cubicBezTo>
                  <a:lnTo>
                    <a:pt x="2635" y="3203"/>
                  </a:lnTo>
                  <a:lnTo>
                    <a:pt x="2635" y="2035"/>
                  </a:lnTo>
                  <a:cubicBezTo>
                    <a:pt x="3136" y="2069"/>
                    <a:pt x="3503" y="2202"/>
                    <a:pt x="3803" y="2402"/>
                  </a:cubicBezTo>
                  <a:lnTo>
                    <a:pt x="4270" y="1235"/>
                  </a:lnTo>
                  <a:cubicBezTo>
                    <a:pt x="3703" y="1035"/>
                    <a:pt x="3169" y="868"/>
                    <a:pt x="2635" y="834"/>
                  </a:cubicBezTo>
                  <a:lnTo>
                    <a:pt x="2635" y="0"/>
                  </a:lnTo>
                  <a:close/>
                </a:path>
              </a:pathLst>
            </a:custGeom>
            <a:solidFill>
              <a:srgbClr val="F5FD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 name="Google Shape;198;p32"/>
            <p:cNvSpPr/>
            <p:nvPr/>
          </p:nvSpPr>
          <p:spPr>
            <a:xfrm>
              <a:off x="8027280" y="568080"/>
              <a:ext cx="68760" cy="68760"/>
            </a:xfrm>
            <a:custGeom>
              <a:avLst/>
              <a:gdLst>
                <a:gd name="textAreaLeft" fmla="*/ 0 w 68760"/>
                <a:gd name="textAreaRight" fmla="*/ 69120 w 68760"/>
                <a:gd name="textAreaTop" fmla="*/ 0 h 68760"/>
                <a:gd name="textAreaBottom" fmla="*/ 69120 h 68760"/>
              </a:gdLst>
              <a:ahLst/>
              <a:cxnLst/>
              <a:rect l="textAreaLeft" t="textAreaTop" r="textAreaRight" b="textAreaBottom"/>
              <a:pathLst>
                <a:path w="2503" h="2503">
                  <a:moveTo>
                    <a:pt x="1234" y="1"/>
                  </a:moveTo>
                  <a:cubicBezTo>
                    <a:pt x="534" y="1"/>
                    <a:pt x="0" y="535"/>
                    <a:pt x="0" y="1268"/>
                  </a:cubicBezTo>
                  <a:cubicBezTo>
                    <a:pt x="0" y="1969"/>
                    <a:pt x="534" y="2503"/>
                    <a:pt x="1234" y="2503"/>
                  </a:cubicBezTo>
                  <a:cubicBezTo>
                    <a:pt x="1968" y="2503"/>
                    <a:pt x="2502" y="1969"/>
                    <a:pt x="2502" y="1268"/>
                  </a:cubicBezTo>
                  <a:cubicBezTo>
                    <a:pt x="2502" y="601"/>
                    <a:pt x="1902" y="1"/>
                    <a:pt x="1234" y="1"/>
                  </a:cubicBezTo>
                  <a:close/>
                </a:path>
              </a:pathLst>
            </a:custGeom>
            <a:solidFill>
              <a:srgbClr val="B6F2FC"/>
            </a:solidFill>
            <a:ln w="0">
              <a:noFill/>
            </a:ln>
          </p:spPr>
          <p:style>
            <a:lnRef idx="0">
              <a:scrgbClr r="0" g="0" b="0"/>
            </a:lnRef>
            <a:fillRef idx="0">
              <a:scrgbClr r="0" g="0" b="0"/>
            </a:fillRef>
            <a:effectRef idx="0">
              <a:scrgbClr r="0" g="0" b="0"/>
            </a:effectRef>
            <a:fontRef idx="minor"/>
          </p:style>
          <p:txBody>
            <a:bodyPr tIns="34560" bIns="34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 name="Google Shape;199;p32"/>
            <p:cNvSpPr/>
            <p:nvPr/>
          </p:nvSpPr>
          <p:spPr>
            <a:xfrm>
              <a:off x="8019000" y="559800"/>
              <a:ext cx="85320" cy="85320"/>
            </a:xfrm>
            <a:custGeom>
              <a:avLst/>
              <a:gdLst>
                <a:gd name="textAreaLeft" fmla="*/ 0 w 85320"/>
                <a:gd name="textAreaRight" fmla="*/ 85680 w 85320"/>
                <a:gd name="textAreaTop" fmla="*/ 0 h 85320"/>
                <a:gd name="textAreaBottom" fmla="*/ 85680 h 85320"/>
              </a:gdLst>
              <a:ahLst/>
              <a:cxnLst/>
              <a:rect l="textAreaLeft" t="textAreaTop" r="textAreaRight" b="textAreaBottom"/>
              <a:pathLst>
                <a:path w="3103" h="3103">
                  <a:moveTo>
                    <a:pt x="1534" y="601"/>
                  </a:moveTo>
                  <a:cubicBezTo>
                    <a:pt x="2035" y="601"/>
                    <a:pt x="2502" y="1001"/>
                    <a:pt x="2502" y="1568"/>
                  </a:cubicBezTo>
                  <a:cubicBezTo>
                    <a:pt x="2502" y="2102"/>
                    <a:pt x="2102" y="2502"/>
                    <a:pt x="1534" y="2502"/>
                  </a:cubicBezTo>
                  <a:cubicBezTo>
                    <a:pt x="1001" y="2502"/>
                    <a:pt x="600" y="2102"/>
                    <a:pt x="600" y="1568"/>
                  </a:cubicBezTo>
                  <a:cubicBezTo>
                    <a:pt x="600" y="1001"/>
                    <a:pt x="1001" y="601"/>
                    <a:pt x="1534" y="601"/>
                  </a:cubicBezTo>
                  <a:close/>
                  <a:moveTo>
                    <a:pt x="1534" y="1"/>
                  </a:moveTo>
                  <a:cubicBezTo>
                    <a:pt x="701" y="1"/>
                    <a:pt x="0" y="734"/>
                    <a:pt x="0" y="1568"/>
                  </a:cubicBezTo>
                  <a:cubicBezTo>
                    <a:pt x="0" y="2402"/>
                    <a:pt x="701" y="3103"/>
                    <a:pt x="1534" y="3103"/>
                  </a:cubicBezTo>
                  <a:cubicBezTo>
                    <a:pt x="2368" y="3103"/>
                    <a:pt x="3036" y="2436"/>
                    <a:pt x="3102" y="1568"/>
                  </a:cubicBezTo>
                  <a:cubicBezTo>
                    <a:pt x="3102" y="734"/>
                    <a:pt x="2368" y="1"/>
                    <a:pt x="153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2840" bIns="42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 name="Google Shape;200;p32"/>
            <p:cNvSpPr/>
            <p:nvPr/>
          </p:nvSpPr>
          <p:spPr>
            <a:xfrm>
              <a:off x="7860240" y="738720"/>
              <a:ext cx="84600" cy="85320"/>
            </a:xfrm>
            <a:custGeom>
              <a:avLst/>
              <a:gdLst>
                <a:gd name="textAreaLeft" fmla="*/ 0 w 84600"/>
                <a:gd name="textAreaRight" fmla="*/ 84960 w 84600"/>
                <a:gd name="textAreaTop" fmla="*/ 0 h 85320"/>
                <a:gd name="textAreaBottom" fmla="*/ 85680 h 85320"/>
              </a:gdLst>
              <a:ahLst/>
              <a:cxnLst/>
              <a:rect l="textAreaLeft" t="textAreaTop" r="textAreaRight" b="textAreaBottom"/>
              <a:pathLst>
                <a:path w="3070" h="3104">
                  <a:moveTo>
                    <a:pt x="1535" y="601"/>
                  </a:moveTo>
                  <a:cubicBezTo>
                    <a:pt x="2069" y="601"/>
                    <a:pt x="2536" y="1035"/>
                    <a:pt x="2502" y="1535"/>
                  </a:cubicBezTo>
                  <a:cubicBezTo>
                    <a:pt x="2502" y="2069"/>
                    <a:pt x="2069" y="2503"/>
                    <a:pt x="1535" y="2503"/>
                  </a:cubicBezTo>
                  <a:cubicBezTo>
                    <a:pt x="1001" y="2503"/>
                    <a:pt x="568" y="2069"/>
                    <a:pt x="568" y="1535"/>
                  </a:cubicBezTo>
                  <a:cubicBezTo>
                    <a:pt x="568" y="1002"/>
                    <a:pt x="1001" y="601"/>
                    <a:pt x="1535" y="601"/>
                  </a:cubicBezTo>
                  <a:close/>
                  <a:moveTo>
                    <a:pt x="1535" y="1"/>
                  </a:moveTo>
                  <a:cubicBezTo>
                    <a:pt x="701" y="1"/>
                    <a:pt x="1" y="701"/>
                    <a:pt x="1" y="1535"/>
                  </a:cubicBezTo>
                  <a:cubicBezTo>
                    <a:pt x="1" y="2369"/>
                    <a:pt x="701" y="3103"/>
                    <a:pt x="1535" y="3103"/>
                  </a:cubicBezTo>
                  <a:cubicBezTo>
                    <a:pt x="2402" y="3103"/>
                    <a:pt x="3069" y="2369"/>
                    <a:pt x="3069" y="1535"/>
                  </a:cubicBezTo>
                  <a:cubicBezTo>
                    <a:pt x="3069" y="701"/>
                    <a:pt x="2369" y="1"/>
                    <a:pt x="1535"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2840" bIns="42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 name="Google Shape;201;p32"/>
            <p:cNvSpPr/>
            <p:nvPr/>
          </p:nvSpPr>
          <p:spPr>
            <a:xfrm>
              <a:off x="7838280" y="496080"/>
              <a:ext cx="15480" cy="213480"/>
            </a:xfrm>
            <a:custGeom>
              <a:avLst/>
              <a:gdLst>
                <a:gd name="textAreaLeft" fmla="*/ 0 w 15480"/>
                <a:gd name="textAreaRight" fmla="*/ 15840 w 15480"/>
                <a:gd name="textAreaTop" fmla="*/ 0 h 213480"/>
                <a:gd name="textAreaBottom" fmla="*/ 213840 h 213480"/>
              </a:gdLst>
              <a:ahLst/>
              <a:cxnLst/>
              <a:rect l="textAreaLeft" t="textAreaTop" r="textAreaRight" b="textAreaBottom"/>
              <a:pathLst>
                <a:path w="568" h="7740">
                  <a:moveTo>
                    <a:pt x="300" y="1"/>
                  </a:moveTo>
                  <a:cubicBezTo>
                    <a:pt x="133" y="1"/>
                    <a:pt x="0" y="134"/>
                    <a:pt x="0" y="301"/>
                  </a:cubicBezTo>
                  <a:lnTo>
                    <a:pt x="0" y="7440"/>
                  </a:lnTo>
                  <a:cubicBezTo>
                    <a:pt x="0" y="7606"/>
                    <a:pt x="133" y="7740"/>
                    <a:pt x="300" y="7740"/>
                  </a:cubicBezTo>
                  <a:cubicBezTo>
                    <a:pt x="400" y="7740"/>
                    <a:pt x="534" y="7606"/>
                    <a:pt x="567" y="7440"/>
                  </a:cubicBezTo>
                  <a:lnTo>
                    <a:pt x="567" y="301"/>
                  </a:lnTo>
                  <a:cubicBezTo>
                    <a:pt x="567" y="134"/>
                    <a:pt x="467" y="1"/>
                    <a:pt x="300" y="1"/>
                  </a:cubicBezTo>
                  <a:close/>
                </a:path>
              </a:pathLst>
            </a:custGeom>
            <a:solidFill>
              <a:srgbClr val="B6F2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 name="Google Shape;202;p32"/>
            <p:cNvSpPr/>
            <p:nvPr/>
          </p:nvSpPr>
          <p:spPr>
            <a:xfrm>
              <a:off x="7738560" y="594720"/>
              <a:ext cx="213480" cy="15480"/>
            </a:xfrm>
            <a:custGeom>
              <a:avLst/>
              <a:gdLst>
                <a:gd name="textAreaLeft" fmla="*/ 0 w 213480"/>
                <a:gd name="textAreaRight" fmla="*/ 213840 w 213480"/>
                <a:gd name="textAreaTop" fmla="*/ 0 h 15480"/>
                <a:gd name="textAreaBottom" fmla="*/ 15840 h 15480"/>
              </a:gdLst>
              <a:ahLst/>
              <a:cxnLst/>
              <a:rect l="textAreaLeft" t="textAreaTop" r="textAreaRight" b="textAreaBottom"/>
              <a:pathLst>
                <a:path w="7740" h="568">
                  <a:moveTo>
                    <a:pt x="301" y="0"/>
                  </a:moveTo>
                  <a:cubicBezTo>
                    <a:pt x="134" y="0"/>
                    <a:pt x="0" y="134"/>
                    <a:pt x="0" y="300"/>
                  </a:cubicBezTo>
                  <a:cubicBezTo>
                    <a:pt x="0" y="467"/>
                    <a:pt x="134" y="567"/>
                    <a:pt x="301" y="567"/>
                  </a:cubicBezTo>
                  <a:lnTo>
                    <a:pt x="7439" y="567"/>
                  </a:lnTo>
                  <a:cubicBezTo>
                    <a:pt x="7606" y="567"/>
                    <a:pt x="7739" y="467"/>
                    <a:pt x="7739" y="300"/>
                  </a:cubicBezTo>
                  <a:cubicBezTo>
                    <a:pt x="7739" y="100"/>
                    <a:pt x="7606" y="0"/>
                    <a:pt x="7439"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 name="Google Shape;203;p32"/>
            <p:cNvSpPr/>
            <p:nvPr/>
          </p:nvSpPr>
          <p:spPr>
            <a:xfrm>
              <a:off x="8411400" y="707400"/>
              <a:ext cx="547920" cy="547920"/>
            </a:xfrm>
            <a:custGeom>
              <a:avLst/>
              <a:gdLst>
                <a:gd name="textAreaLeft" fmla="*/ 0 w 547920"/>
                <a:gd name="textAreaRight" fmla="*/ 548280 w 547920"/>
                <a:gd name="textAreaTop" fmla="*/ 0 h 547920"/>
                <a:gd name="textAreaBottom" fmla="*/ 548280 h 547920"/>
              </a:gdLst>
              <a:ahLst/>
              <a:cxnLst/>
              <a:rect l="textAreaLeft" t="textAreaTop" r="textAreaRight" b="textAreaBottom"/>
              <a:pathLst>
                <a:path w="19848" h="19849">
                  <a:moveTo>
                    <a:pt x="9640" y="935"/>
                  </a:moveTo>
                  <a:lnTo>
                    <a:pt x="9640" y="3803"/>
                  </a:lnTo>
                  <a:cubicBezTo>
                    <a:pt x="8907" y="3803"/>
                    <a:pt x="8173" y="3803"/>
                    <a:pt x="7506" y="3837"/>
                  </a:cubicBezTo>
                  <a:cubicBezTo>
                    <a:pt x="8306" y="2469"/>
                    <a:pt x="9140" y="1468"/>
                    <a:pt x="9640" y="935"/>
                  </a:cubicBezTo>
                  <a:close/>
                  <a:moveTo>
                    <a:pt x="10241" y="801"/>
                  </a:moveTo>
                  <a:cubicBezTo>
                    <a:pt x="10741" y="1302"/>
                    <a:pt x="11742" y="2436"/>
                    <a:pt x="12643" y="4004"/>
                  </a:cubicBezTo>
                  <a:cubicBezTo>
                    <a:pt x="11809" y="3937"/>
                    <a:pt x="11008" y="3837"/>
                    <a:pt x="10241" y="3837"/>
                  </a:cubicBezTo>
                  <a:lnTo>
                    <a:pt x="10241" y="801"/>
                  </a:lnTo>
                  <a:close/>
                  <a:moveTo>
                    <a:pt x="9073" y="768"/>
                  </a:moveTo>
                  <a:lnTo>
                    <a:pt x="9073" y="768"/>
                  </a:lnTo>
                  <a:cubicBezTo>
                    <a:pt x="8440" y="1435"/>
                    <a:pt x="7572" y="2503"/>
                    <a:pt x="6805" y="3937"/>
                  </a:cubicBezTo>
                  <a:cubicBezTo>
                    <a:pt x="5771" y="4004"/>
                    <a:pt x="4837" y="4170"/>
                    <a:pt x="4003" y="4337"/>
                  </a:cubicBezTo>
                  <a:cubicBezTo>
                    <a:pt x="5237" y="2636"/>
                    <a:pt x="6972" y="1402"/>
                    <a:pt x="9073" y="768"/>
                  </a:cubicBezTo>
                  <a:close/>
                  <a:moveTo>
                    <a:pt x="10975" y="768"/>
                  </a:moveTo>
                  <a:lnTo>
                    <a:pt x="10975" y="768"/>
                  </a:lnTo>
                  <a:cubicBezTo>
                    <a:pt x="13176" y="1402"/>
                    <a:pt x="15011" y="2803"/>
                    <a:pt x="16245" y="4637"/>
                  </a:cubicBezTo>
                  <a:cubicBezTo>
                    <a:pt x="15244" y="4437"/>
                    <a:pt x="14277" y="4237"/>
                    <a:pt x="13310" y="4104"/>
                  </a:cubicBezTo>
                  <a:cubicBezTo>
                    <a:pt x="12509" y="2603"/>
                    <a:pt x="11608" y="1468"/>
                    <a:pt x="10975" y="768"/>
                  </a:cubicBezTo>
                  <a:close/>
                  <a:moveTo>
                    <a:pt x="6805" y="1102"/>
                  </a:moveTo>
                  <a:lnTo>
                    <a:pt x="6805" y="1102"/>
                  </a:lnTo>
                  <a:cubicBezTo>
                    <a:pt x="5337" y="1935"/>
                    <a:pt x="4103" y="3103"/>
                    <a:pt x="3169" y="4571"/>
                  </a:cubicBezTo>
                  <a:cubicBezTo>
                    <a:pt x="2769" y="4671"/>
                    <a:pt x="2402" y="4771"/>
                    <a:pt x="2002" y="4871"/>
                  </a:cubicBezTo>
                  <a:cubicBezTo>
                    <a:pt x="3169" y="3136"/>
                    <a:pt x="4837" y="1802"/>
                    <a:pt x="6805" y="1102"/>
                  </a:cubicBezTo>
                  <a:close/>
                  <a:moveTo>
                    <a:pt x="13543" y="1302"/>
                  </a:moveTo>
                  <a:lnTo>
                    <a:pt x="13543" y="1302"/>
                  </a:lnTo>
                  <a:cubicBezTo>
                    <a:pt x="15411" y="2069"/>
                    <a:pt x="16946" y="3437"/>
                    <a:pt x="17980" y="5138"/>
                  </a:cubicBezTo>
                  <a:cubicBezTo>
                    <a:pt x="17646" y="5038"/>
                    <a:pt x="17346" y="4971"/>
                    <a:pt x="17012" y="4871"/>
                  </a:cubicBezTo>
                  <a:cubicBezTo>
                    <a:pt x="16178" y="3437"/>
                    <a:pt x="14978" y="2169"/>
                    <a:pt x="13543" y="1302"/>
                  </a:cubicBezTo>
                  <a:close/>
                  <a:moveTo>
                    <a:pt x="6505" y="4471"/>
                  </a:moveTo>
                  <a:lnTo>
                    <a:pt x="6505" y="4471"/>
                  </a:lnTo>
                  <a:cubicBezTo>
                    <a:pt x="5838" y="5838"/>
                    <a:pt x="5337" y="7506"/>
                    <a:pt x="5271" y="9341"/>
                  </a:cubicBezTo>
                  <a:lnTo>
                    <a:pt x="5271" y="9574"/>
                  </a:lnTo>
                  <a:lnTo>
                    <a:pt x="2268" y="9574"/>
                  </a:lnTo>
                  <a:cubicBezTo>
                    <a:pt x="2302" y="7906"/>
                    <a:pt x="2802" y="6339"/>
                    <a:pt x="3603" y="4971"/>
                  </a:cubicBezTo>
                  <a:cubicBezTo>
                    <a:pt x="4103" y="4871"/>
                    <a:pt x="4737" y="4771"/>
                    <a:pt x="5337" y="4637"/>
                  </a:cubicBezTo>
                  <a:cubicBezTo>
                    <a:pt x="5738" y="4604"/>
                    <a:pt x="6105" y="4504"/>
                    <a:pt x="6505" y="4471"/>
                  </a:cubicBezTo>
                  <a:close/>
                  <a:moveTo>
                    <a:pt x="2802" y="5238"/>
                  </a:moveTo>
                  <a:cubicBezTo>
                    <a:pt x="2135" y="6539"/>
                    <a:pt x="1735" y="8006"/>
                    <a:pt x="1668" y="9608"/>
                  </a:cubicBezTo>
                  <a:lnTo>
                    <a:pt x="567" y="9608"/>
                  </a:lnTo>
                  <a:cubicBezTo>
                    <a:pt x="601" y="8173"/>
                    <a:pt x="968" y="6806"/>
                    <a:pt x="1601" y="5638"/>
                  </a:cubicBezTo>
                  <a:cubicBezTo>
                    <a:pt x="1935" y="5505"/>
                    <a:pt x="2335" y="5405"/>
                    <a:pt x="2802" y="5238"/>
                  </a:cubicBezTo>
                  <a:close/>
                  <a:moveTo>
                    <a:pt x="8888" y="4376"/>
                  </a:moveTo>
                  <a:cubicBezTo>
                    <a:pt x="9135" y="4376"/>
                    <a:pt x="9386" y="4384"/>
                    <a:pt x="9640" y="4404"/>
                  </a:cubicBezTo>
                  <a:lnTo>
                    <a:pt x="9640" y="9608"/>
                  </a:lnTo>
                  <a:lnTo>
                    <a:pt x="5804" y="9608"/>
                  </a:lnTo>
                  <a:lnTo>
                    <a:pt x="5804" y="9441"/>
                  </a:lnTo>
                  <a:cubicBezTo>
                    <a:pt x="5904" y="7506"/>
                    <a:pt x="6471" y="5838"/>
                    <a:pt x="7172" y="4471"/>
                  </a:cubicBezTo>
                  <a:cubicBezTo>
                    <a:pt x="7714" y="4423"/>
                    <a:pt x="8290" y="4376"/>
                    <a:pt x="8888" y="4376"/>
                  </a:cubicBezTo>
                  <a:close/>
                  <a:moveTo>
                    <a:pt x="10241" y="4404"/>
                  </a:moveTo>
                  <a:cubicBezTo>
                    <a:pt x="11075" y="4437"/>
                    <a:pt x="11975" y="4504"/>
                    <a:pt x="12943" y="4637"/>
                  </a:cubicBezTo>
                  <a:cubicBezTo>
                    <a:pt x="13610" y="5972"/>
                    <a:pt x="14144" y="7606"/>
                    <a:pt x="14244" y="9441"/>
                  </a:cubicBezTo>
                  <a:lnTo>
                    <a:pt x="14244" y="9608"/>
                  </a:lnTo>
                  <a:lnTo>
                    <a:pt x="10241" y="9608"/>
                  </a:lnTo>
                  <a:lnTo>
                    <a:pt x="10241" y="4404"/>
                  </a:lnTo>
                  <a:close/>
                  <a:moveTo>
                    <a:pt x="13643" y="4737"/>
                  </a:moveTo>
                  <a:cubicBezTo>
                    <a:pt x="14611" y="4871"/>
                    <a:pt x="15611" y="5104"/>
                    <a:pt x="16679" y="5338"/>
                  </a:cubicBezTo>
                  <a:cubicBezTo>
                    <a:pt x="17313" y="6605"/>
                    <a:pt x="17746" y="8073"/>
                    <a:pt x="17813" y="9608"/>
                  </a:cubicBezTo>
                  <a:lnTo>
                    <a:pt x="14811" y="9608"/>
                  </a:lnTo>
                  <a:lnTo>
                    <a:pt x="14811" y="9407"/>
                  </a:lnTo>
                  <a:cubicBezTo>
                    <a:pt x="14744" y="7640"/>
                    <a:pt x="14277" y="6072"/>
                    <a:pt x="13643" y="4737"/>
                  </a:cubicBezTo>
                  <a:close/>
                  <a:moveTo>
                    <a:pt x="17346" y="5571"/>
                  </a:moveTo>
                  <a:lnTo>
                    <a:pt x="17346" y="5571"/>
                  </a:lnTo>
                  <a:cubicBezTo>
                    <a:pt x="17679" y="5638"/>
                    <a:pt x="18013" y="5772"/>
                    <a:pt x="18347" y="5838"/>
                  </a:cubicBezTo>
                  <a:cubicBezTo>
                    <a:pt x="18914" y="6972"/>
                    <a:pt x="19247" y="8273"/>
                    <a:pt x="19314" y="9608"/>
                  </a:cubicBezTo>
                  <a:lnTo>
                    <a:pt x="18347" y="9608"/>
                  </a:lnTo>
                  <a:cubicBezTo>
                    <a:pt x="18313" y="8140"/>
                    <a:pt x="17946" y="6806"/>
                    <a:pt x="17346" y="5571"/>
                  </a:cubicBezTo>
                  <a:close/>
                  <a:moveTo>
                    <a:pt x="1668" y="10108"/>
                  </a:moveTo>
                  <a:lnTo>
                    <a:pt x="1668" y="10141"/>
                  </a:lnTo>
                  <a:cubicBezTo>
                    <a:pt x="1735" y="11843"/>
                    <a:pt x="2168" y="13477"/>
                    <a:pt x="2969" y="14911"/>
                  </a:cubicBezTo>
                  <a:cubicBezTo>
                    <a:pt x="2602" y="14811"/>
                    <a:pt x="2235" y="14678"/>
                    <a:pt x="1801" y="14578"/>
                  </a:cubicBezTo>
                  <a:cubicBezTo>
                    <a:pt x="1068" y="13210"/>
                    <a:pt x="601" y="11742"/>
                    <a:pt x="567" y="10108"/>
                  </a:cubicBezTo>
                  <a:close/>
                  <a:moveTo>
                    <a:pt x="19314" y="10141"/>
                  </a:moveTo>
                  <a:cubicBezTo>
                    <a:pt x="19281" y="11843"/>
                    <a:pt x="18780" y="13444"/>
                    <a:pt x="17946" y="14811"/>
                  </a:cubicBezTo>
                  <a:cubicBezTo>
                    <a:pt x="17646" y="14911"/>
                    <a:pt x="17313" y="15012"/>
                    <a:pt x="16946" y="15112"/>
                  </a:cubicBezTo>
                  <a:cubicBezTo>
                    <a:pt x="17813" y="13677"/>
                    <a:pt x="18313" y="11976"/>
                    <a:pt x="18347" y="10141"/>
                  </a:cubicBezTo>
                  <a:close/>
                  <a:moveTo>
                    <a:pt x="5237" y="10141"/>
                  </a:moveTo>
                  <a:cubicBezTo>
                    <a:pt x="5271" y="12009"/>
                    <a:pt x="5771" y="13844"/>
                    <a:pt x="6738" y="15679"/>
                  </a:cubicBezTo>
                  <a:cubicBezTo>
                    <a:pt x="5771" y="15579"/>
                    <a:pt x="4770" y="15345"/>
                    <a:pt x="3736" y="15112"/>
                  </a:cubicBezTo>
                  <a:cubicBezTo>
                    <a:pt x="2802" y="13677"/>
                    <a:pt x="2268" y="11976"/>
                    <a:pt x="2235" y="10141"/>
                  </a:cubicBezTo>
                  <a:close/>
                  <a:moveTo>
                    <a:pt x="17813" y="10141"/>
                  </a:moveTo>
                  <a:cubicBezTo>
                    <a:pt x="17780" y="12076"/>
                    <a:pt x="17179" y="13844"/>
                    <a:pt x="16145" y="15345"/>
                  </a:cubicBezTo>
                  <a:cubicBezTo>
                    <a:pt x="15645" y="15479"/>
                    <a:pt x="15111" y="15612"/>
                    <a:pt x="14511" y="15679"/>
                  </a:cubicBezTo>
                  <a:cubicBezTo>
                    <a:pt x="14110" y="15779"/>
                    <a:pt x="13677" y="15812"/>
                    <a:pt x="13243" y="15845"/>
                  </a:cubicBezTo>
                  <a:cubicBezTo>
                    <a:pt x="14244" y="13977"/>
                    <a:pt x="14777" y="12109"/>
                    <a:pt x="14811" y="10141"/>
                  </a:cubicBezTo>
                  <a:close/>
                  <a:moveTo>
                    <a:pt x="9640" y="10141"/>
                  </a:moveTo>
                  <a:lnTo>
                    <a:pt x="9640" y="15946"/>
                  </a:lnTo>
                  <a:cubicBezTo>
                    <a:pt x="8940" y="15912"/>
                    <a:pt x="8173" y="15845"/>
                    <a:pt x="7439" y="15779"/>
                  </a:cubicBezTo>
                  <a:cubicBezTo>
                    <a:pt x="6405" y="13944"/>
                    <a:pt x="5838" y="12076"/>
                    <a:pt x="5804" y="10141"/>
                  </a:cubicBezTo>
                  <a:close/>
                  <a:moveTo>
                    <a:pt x="14244" y="10141"/>
                  </a:moveTo>
                  <a:cubicBezTo>
                    <a:pt x="14177" y="12109"/>
                    <a:pt x="13610" y="14011"/>
                    <a:pt x="12509" y="15912"/>
                  </a:cubicBezTo>
                  <a:cubicBezTo>
                    <a:pt x="11809" y="15979"/>
                    <a:pt x="11075" y="15979"/>
                    <a:pt x="10241" y="15979"/>
                  </a:cubicBezTo>
                  <a:lnTo>
                    <a:pt x="10241" y="10141"/>
                  </a:lnTo>
                  <a:close/>
                  <a:moveTo>
                    <a:pt x="17446" y="15612"/>
                  </a:moveTo>
                  <a:cubicBezTo>
                    <a:pt x="16445" y="16913"/>
                    <a:pt x="15111" y="17947"/>
                    <a:pt x="13577" y="18614"/>
                  </a:cubicBezTo>
                  <a:cubicBezTo>
                    <a:pt x="14744" y="17914"/>
                    <a:pt x="15745" y="16946"/>
                    <a:pt x="16512" y="15845"/>
                  </a:cubicBezTo>
                  <a:cubicBezTo>
                    <a:pt x="16846" y="15779"/>
                    <a:pt x="17146" y="15679"/>
                    <a:pt x="17446" y="15612"/>
                  </a:cubicBezTo>
                  <a:close/>
                  <a:moveTo>
                    <a:pt x="2268" y="15312"/>
                  </a:moveTo>
                  <a:lnTo>
                    <a:pt x="2268" y="15312"/>
                  </a:lnTo>
                  <a:cubicBezTo>
                    <a:pt x="2635" y="15445"/>
                    <a:pt x="3002" y="15512"/>
                    <a:pt x="3403" y="15612"/>
                  </a:cubicBezTo>
                  <a:cubicBezTo>
                    <a:pt x="4270" y="16913"/>
                    <a:pt x="5437" y="18014"/>
                    <a:pt x="6805" y="18781"/>
                  </a:cubicBezTo>
                  <a:cubicBezTo>
                    <a:pt x="4970" y="18147"/>
                    <a:pt x="3336" y="16913"/>
                    <a:pt x="2268" y="15312"/>
                  </a:cubicBezTo>
                  <a:close/>
                  <a:moveTo>
                    <a:pt x="7772" y="16413"/>
                  </a:moveTo>
                  <a:lnTo>
                    <a:pt x="7772" y="16413"/>
                  </a:lnTo>
                  <a:cubicBezTo>
                    <a:pt x="8440" y="16446"/>
                    <a:pt x="9073" y="16479"/>
                    <a:pt x="9640" y="16513"/>
                  </a:cubicBezTo>
                  <a:lnTo>
                    <a:pt x="9640" y="18914"/>
                  </a:lnTo>
                  <a:cubicBezTo>
                    <a:pt x="8940" y="18080"/>
                    <a:pt x="8306" y="17246"/>
                    <a:pt x="7772" y="16413"/>
                  </a:cubicBezTo>
                  <a:close/>
                  <a:moveTo>
                    <a:pt x="12176" y="16479"/>
                  </a:moveTo>
                  <a:lnTo>
                    <a:pt x="12176" y="16479"/>
                  </a:lnTo>
                  <a:cubicBezTo>
                    <a:pt x="11642" y="17347"/>
                    <a:pt x="10975" y="18247"/>
                    <a:pt x="10241" y="19081"/>
                  </a:cubicBezTo>
                  <a:lnTo>
                    <a:pt x="10241" y="16513"/>
                  </a:lnTo>
                  <a:lnTo>
                    <a:pt x="10608" y="16513"/>
                  </a:lnTo>
                  <a:cubicBezTo>
                    <a:pt x="11141" y="16513"/>
                    <a:pt x="11675" y="16513"/>
                    <a:pt x="12176" y="16479"/>
                  </a:cubicBezTo>
                  <a:close/>
                  <a:moveTo>
                    <a:pt x="4237" y="15812"/>
                  </a:moveTo>
                  <a:cubicBezTo>
                    <a:pt x="5237" y="16012"/>
                    <a:pt x="6171" y="16179"/>
                    <a:pt x="7105" y="16312"/>
                  </a:cubicBezTo>
                  <a:cubicBezTo>
                    <a:pt x="7639" y="17280"/>
                    <a:pt x="8339" y="18247"/>
                    <a:pt x="9140" y="19148"/>
                  </a:cubicBezTo>
                  <a:cubicBezTo>
                    <a:pt x="7139" y="18614"/>
                    <a:pt x="5437" y="17413"/>
                    <a:pt x="4237" y="15812"/>
                  </a:cubicBezTo>
                  <a:close/>
                  <a:moveTo>
                    <a:pt x="15645" y="16012"/>
                  </a:moveTo>
                  <a:lnTo>
                    <a:pt x="15645" y="16012"/>
                  </a:lnTo>
                  <a:cubicBezTo>
                    <a:pt x="14444" y="17480"/>
                    <a:pt x="12809" y="18614"/>
                    <a:pt x="10908" y="19148"/>
                  </a:cubicBezTo>
                  <a:cubicBezTo>
                    <a:pt x="11675" y="18247"/>
                    <a:pt x="12342" y="17347"/>
                    <a:pt x="12909" y="16446"/>
                  </a:cubicBezTo>
                  <a:cubicBezTo>
                    <a:pt x="13943" y="16346"/>
                    <a:pt x="14844" y="16179"/>
                    <a:pt x="15645" y="16012"/>
                  </a:cubicBezTo>
                  <a:close/>
                  <a:moveTo>
                    <a:pt x="9941" y="1"/>
                  </a:moveTo>
                  <a:cubicBezTo>
                    <a:pt x="4470" y="1"/>
                    <a:pt x="0" y="4471"/>
                    <a:pt x="0" y="9941"/>
                  </a:cubicBezTo>
                  <a:cubicBezTo>
                    <a:pt x="0" y="15412"/>
                    <a:pt x="4470" y="19848"/>
                    <a:pt x="9941" y="19848"/>
                  </a:cubicBezTo>
                  <a:lnTo>
                    <a:pt x="10174" y="19848"/>
                  </a:lnTo>
                  <a:cubicBezTo>
                    <a:pt x="15511" y="19782"/>
                    <a:pt x="19848" y="15345"/>
                    <a:pt x="19848" y="9941"/>
                  </a:cubicBezTo>
                  <a:cubicBezTo>
                    <a:pt x="19848" y="4504"/>
                    <a:pt x="15511" y="134"/>
                    <a:pt x="10141"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 name="Google Shape;204;p32"/>
            <p:cNvSpPr/>
            <p:nvPr/>
          </p:nvSpPr>
          <p:spPr>
            <a:xfrm>
              <a:off x="6626160" y="1986480"/>
              <a:ext cx="84600" cy="85320"/>
            </a:xfrm>
            <a:custGeom>
              <a:avLst/>
              <a:gdLst>
                <a:gd name="textAreaLeft" fmla="*/ 0 w 84600"/>
                <a:gd name="textAreaRight" fmla="*/ 84960 w 84600"/>
                <a:gd name="textAreaTop" fmla="*/ 0 h 85320"/>
                <a:gd name="textAreaBottom" fmla="*/ 85680 h 85320"/>
              </a:gdLst>
              <a:ahLst/>
              <a:cxnLst/>
              <a:rect l="textAreaLeft" t="textAreaTop" r="textAreaRight" b="textAreaBottom"/>
              <a:pathLst>
                <a:path w="3070" h="3103">
                  <a:moveTo>
                    <a:pt x="1535" y="601"/>
                  </a:moveTo>
                  <a:cubicBezTo>
                    <a:pt x="2068" y="601"/>
                    <a:pt x="2502" y="1034"/>
                    <a:pt x="2502" y="1568"/>
                  </a:cubicBezTo>
                  <a:cubicBezTo>
                    <a:pt x="2502" y="2102"/>
                    <a:pt x="2068" y="2535"/>
                    <a:pt x="1535" y="2535"/>
                  </a:cubicBezTo>
                  <a:cubicBezTo>
                    <a:pt x="1001" y="2535"/>
                    <a:pt x="567" y="2102"/>
                    <a:pt x="567" y="1568"/>
                  </a:cubicBezTo>
                  <a:cubicBezTo>
                    <a:pt x="567" y="1034"/>
                    <a:pt x="1001" y="601"/>
                    <a:pt x="1535" y="601"/>
                  </a:cubicBezTo>
                  <a:close/>
                  <a:moveTo>
                    <a:pt x="1535" y="0"/>
                  </a:moveTo>
                  <a:cubicBezTo>
                    <a:pt x="701" y="0"/>
                    <a:pt x="0" y="734"/>
                    <a:pt x="0" y="1568"/>
                  </a:cubicBezTo>
                  <a:cubicBezTo>
                    <a:pt x="0" y="2402"/>
                    <a:pt x="701" y="3102"/>
                    <a:pt x="1535" y="3102"/>
                  </a:cubicBezTo>
                  <a:cubicBezTo>
                    <a:pt x="2369" y="3102"/>
                    <a:pt x="3069" y="2402"/>
                    <a:pt x="3069" y="1568"/>
                  </a:cubicBezTo>
                  <a:cubicBezTo>
                    <a:pt x="3069" y="734"/>
                    <a:pt x="2369" y="0"/>
                    <a:pt x="1535" y="0"/>
                  </a:cubicBezTo>
                  <a:close/>
                </a:path>
              </a:pathLst>
            </a:custGeom>
            <a:solidFill>
              <a:srgbClr val="EDDEFF"/>
            </a:solidFill>
            <a:ln w="0">
              <a:noFill/>
            </a:ln>
          </p:spPr>
          <p:style>
            <a:lnRef idx="0">
              <a:scrgbClr r="0" g="0" b="0"/>
            </a:lnRef>
            <a:fillRef idx="0">
              <a:scrgbClr r="0" g="0" b="0"/>
            </a:fillRef>
            <a:effectRef idx="0">
              <a:scrgbClr r="0" g="0" b="0"/>
            </a:effectRef>
            <a:fontRef idx="minor"/>
          </p:style>
          <p:txBody>
            <a:bodyPr tIns="42840" bIns="42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4" name="Google Shape;205;p32"/>
            <p:cNvGrpSpPr/>
            <p:nvPr/>
          </p:nvGrpSpPr>
          <p:grpSpPr>
            <a:xfrm>
              <a:off x="5705280" y="939600"/>
              <a:ext cx="1524240" cy="2219040"/>
              <a:chOff x="5705280" y="939600"/>
              <a:chExt cx="1524240" cy="2219040"/>
            </a:xfrm>
          </p:grpSpPr>
          <p:sp>
            <p:nvSpPr>
              <p:cNvPr id="125" name="Google Shape;206;p32"/>
              <p:cNvSpPr/>
              <p:nvPr/>
            </p:nvSpPr>
            <p:spPr>
              <a:xfrm>
                <a:off x="6974640" y="939600"/>
                <a:ext cx="15480" cy="212400"/>
              </a:xfrm>
              <a:custGeom>
                <a:avLst/>
                <a:gdLst>
                  <a:gd name="textAreaLeft" fmla="*/ 0 w 15480"/>
                  <a:gd name="textAreaRight" fmla="*/ 15840 w 15480"/>
                  <a:gd name="textAreaTop" fmla="*/ 0 h 212400"/>
                  <a:gd name="textAreaBottom" fmla="*/ 212760 h 212400"/>
                </a:gdLst>
                <a:ahLst/>
                <a:cxnLst/>
                <a:rect l="textAreaLeft" t="textAreaTop" r="textAreaRight" b="textAreaBottom"/>
                <a:pathLst>
                  <a:path w="568" h="7707">
                    <a:moveTo>
                      <a:pt x="267" y="1"/>
                    </a:moveTo>
                    <a:cubicBezTo>
                      <a:pt x="100" y="1"/>
                      <a:pt x="0" y="101"/>
                      <a:pt x="0" y="268"/>
                    </a:cubicBezTo>
                    <a:lnTo>
                      <a:pt x="0" y="7406"/>
                    </a:lnTo>
                    <a:cubicBezTo>
                      <a:pt x="0" y="7573"/>
                      <a:pt x="100" y="7706"/>
                      <a:pt x="267" y="7706"/>
                    </a:cubicBezTo>
                    <a:cubicBezTo>
                      <a:pt x="400" y="7706"/>
                      <a:pt x="534" y="7573"/>
                      <a:pt x="567" y="7406"/>
                    </a:cubicBezTo>
                    <a:lnTo>
                      <a:pt x="567" y="268"/>
                    </a:lnTo>
                    <a:cubicBezTo>
                      <a:pt x="567" y="101"/>
                      <a:pt x="434" y="1"/>
                      <a:pt x="267"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 name="Google Shape;207;p32"/>
              <p:cNvSpPr/>
              <p:nvPr/>
            </p:nvSpPr>
            <p:spPr>
              <a:xfrm>
                <a:off x="6874920" y="1037160"/>
                <a:ext cx="212400" cy="15480"/>
              </a:xfrm>
              <a:custGeom>
                <a:avLst/>
                <a:gdLst>
                  <a:gd name="textAreaLeft" fmla="*/ 0 w 212400"/>
                  <a:gd name="textAreaRight" fmla="*/ 212760 w 212400"/>
                  <a:gd name="textAreaTop" fmla="*/ 0 h 15480"/>
                  <a:gd name="textAreaBottom" fmla="*/ 15840 h 15480"/>
                </a:gdLst>
                <a:ahLst/>
                <a:cxnLst/>
                <a:rect l="textAreaLeft" t="textAreaTop" r="textAreaRight" b="textAreaBottom"/>
                <a:pathLst>
                  <a:path w="7707" h="568">
                    <a:moveTo>
                      <a:pt x="301" y="1"/>
                    </a:moveTo>
                    <a:cubicBezTo>
                      <a:pt x="134" y="1"/>
                      <a:pt x="1" y="134"/>
                      <a:pt x="1" y="301"/>
                    </a:cubicBezTo>
                    <a:cubicBezTo>
                      <a:pt x="1" y="468"/>
                      <a:pt x="134" y="568"/>
                      <a:pt x="301" y="568"/>
                    </a:cubicBezTo>
                    <a:lnTo>
                      <a:pt x="7439" y="568"/>
                    </a:lnTo>
                    <a:cubicBezTo>
                      <a:pt x="7606" y="568"/>
                      <a:pt x="7706" y="468"/>
                      <a:pt x="7706" y="301"/>
                    </a:cubicBezTo>
                    <a:cubicBezTo>
                      <a:pt x="7706" y="101"/>
                      <a:pt x="7606" y="1"/>
                      <a:pt x="7439"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 name="Google Shape;208;p32"/>
              <p:cNvSpPr/>
              <p:nvPr/>
            </p:nvSpPr>
            <p:spPr>
              <a:xfrm>
                <a:off x="7074360" y="1181520"/>
                <a:ext cx="155160" cy="160560"/>
              </a:xfrm>
              <a:custGeom>
                <a:avLst/>
                <a:gdLst>
                  <a:gd name="textAreaLeft" fmla="*/ 0 w 155160"/>
                  <a:gd name="textAreaRight" fmla="*/ 155520 w 155160"/>
                  <a:gd name="textAreaTop" fmla="*/ 0 h 160560"/>
                  <a:gd name="textAreaBottom" fmla="*/ 160920 h 160560"/>
                </a:gdLst>
                <a:ahLst/>
                <a:cxnLst/>
                <a:rect l="textAreaLeft" t="textAreaTop" r="textAreaRight" b="textAreaBottom"/>
                <a:pathLst>
                  <a:path w="5627" h="5825">
                    <a:moveTo>
                      <a:pt x="673" y="0"/>
                    </a:moveTo>
                    <a:cubicBezTo>
                      <a:pt x="305" y="0"/>
                      <a:pt x="1" y="343"/>
                      <a:pt x="55" y="754"/>
                    </a:cubicBezTo>
                    <a:lnTo>
                      <a:pt x="623" y="5290"/>
                    </a:lnTo>
                    <a:cubicBezTo>
                      <a:pt x="669" y="5613"/>
                      <a:pt x="955" y="5825"/>
                      <a:pt x="1248" y="5825"/>
                    </a:cubicBezTo>
                    <a:cubicBezTo>
                      <a:pt x="1378" y="5825"/>
                      <a:pt x="1510" y="5783"/>
                      <a:pt x="1623" y="5690"/>
                    </a:cubicBezTo>
                    <a:lnTo>
                      <a:pt x="5259" y="2922"/>
                    </a:lnTo>
                    <a:cubicBezTo>
                      <a:pt x="5626" y="2622"/>
                      <a:pt x="5526" y="2021"/>
                      <a:pt x="5126" y="1821"/>
                    </a:cubicBezTo>
                    <a:lnTo>
                      <a:pt x="923" y="53"/>
                    </a:lnTo>
                    <a:cubicBezTo>
                      <a:pt x="839" y="17"/>
                      <a:pt x="754" y="0"/>
                      <a:pt x="673"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0280" bIns="80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 name="Google Shape;209;p32"/>
              <p:cNvSpPr/>
              <p:nvPr/>
            </p:nvSpPr>
            <p:spPr>
              <a:xfrm>
                <a:off x="6876000" y="2063160"/>
                <a:ext cx="84600" cy="85320"/>
              </a:xfrm>
              <a:custGeom>
                <a:avLst/>
                <a:gdLst>
                  <a:gd name="textAreaLeft" fmla="*/ 0 w 84600"/>
                  <a:gd name="textAreaRight" fmla="*/ 84960 w 84600"/>
                  <a:gd name="textAreaTop" fmla="*/ 0 h 85320"/>
                  <a:gd name="textAreaBottom" fmla="*/ 85680 h 85320"/>
                </a:gdLst>
                <a:ahLst/>
                <a:cxnLst/>
                <a:rect l="textAreaLeft" t="textAreaTop" r="textAreaRight" b="textAreaBottom"/>
                <a:pathLst>
                  <a:path w="3070" h="3104">
                    <a:moveTo>
                      <a:pt x="1535" y="1"/>
                    </a:moveTo>
                    <a:cubicBezTo>
                      <a:pt x="701" y="1"/>
                      <a:pt x="1" y="701"/>
                      <a:pt x="1" y="1535"/>
                    </a:cubicBezTo>
                    <a:cubicBezTo>
                      <a:pt x="1" y="2369"/>
                      <a:pt x="701" y="3103"/>
                      <a:pt x="1535" y="3103"/>
                    </a:cubicBezTo>
                    <a:cubicBezTo>
                      <a:pt x="2369" y="3103"/>
                      <a:pt x="3070" y="2369"/>
                      <a:pt x="3070" y="1535"/>
                    </a:cubicBezTo>
                    <a:cubicBezTo>
                      <a:pt x="3070" y="701"/>
                      <a:pt x="2369" y="1"/>
                      <a:pt x="153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42840" bIns="42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 name="Google Shape;210;p32"/>
              <p:cNvSpPr/>
              <p:nvPr/>
            </p:nvSpPr>
            <p:spPr>
              <a:xfrm>
                <a:off x="6752520" y="1717200"/>
                <a:ext cx="174600" cy="190800"/>
              </a:xfrm>
              <a:custGeom>
                <a:avLst/>
                <a:gdLst>
                  <a:gd name="textAreaLeft" fmla="*/ 0 w 174600"/>
                  <a:gd name="textAreaRight" fmla="*/ 174960 w 174600"/>
                  <a:gd name="textAreaTop" fmla="*/ 0 h 190800"/>
                  <a:gd name="textAreaBottom" fmla="*/ 191160 h 190800"/>
                </a:gdLst>
                <a:ahLst/>
                <a:cxnLst/>
                <a:rect l="textAreaLeft" t="textAreaTop" r="textAreaRight" b="textAreaBottom"/>
                <a:pathLst>
                  <a:path w="6338" h="6925">
                    <a:moveTo>
                      <a:pt x="749" y="0"/>
                    </a:moveTo>
                    <a:cubicBezTo>
                      <a:pt x="358" y="0"/>
                      <a:pt x="0" y="307"/>
                      <a:pt x="0" y="708"/>
                    </a:cubicBezTo>
                    <a:lnTo>
                      <a:pt x="0" y="6179"/>
                    </a:lnTo>
                    <a:cubicBezTo>
                      <a:pt x="0" y="6626"/>
                      <a:pt x="351" y="6925"/>
                      <a:pt x="737" y="6925"/>
                    </a:cubicBezTo>
                    <a:cubicBezTo>
                      <a:pt x="870" y="6925"/>
                      <a:pt x="1006" y="6890"/>
                      <a:pt x="1134" y="6813"/>
                    </a:cubicBezTo>
                    <a:lnTo>
                      <a:pt x="5838" y="4111"/>
                    </a:lnTo>
                    <a:cubicBezTo>
                      <a:pt x="6338" y="3811"/>
                      <a:pt x="6338" y="3077"/>
                      <a:pt x="5838" y="2810"/>
                    </a:cubicBezTo>
                    <a:lnTo>
                      <a:pt x="1134" y="108"/>
                    </a:lnTo>
                    <a:cubicBezTo>
                      <a:pt x="1010" y="34"/>
                      <a:pt x="878" y="0"/>
                      <a:pt x="749"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 name="Google Shape;211;p32"/>
              <p:cNvSpPr/>
              <p:nvPr/>
            </p:nvSpPr>
            <p:spPr>
              <a:xfrm>
                <a:off x="5705280" y="2938680"/>
                <a:ext cx="68760" cy="68760"/>
              </a:xfrm>
              <a:custGeom>
                <a:avLst/>
                <a:gdLst>
                  <a:gd name="textAreaLeft" fmla="*/ 0 w 68760"/>
                  <a:gd name="textAreaRight" fmla="*/ 69120 w 68760"/>
                  <a:gd name="textAreaTop" fmla="*/ 0 h 68760"/>
                  <a:gd name="textAreaBottom" fmla="*/ 69120 h 68760"/>
                </a:gdLst>
                <a:ahLst/>
                <a:cxnLst/>
                <a:rect l="textAreaLeft" t="textAreaTop" r="textAreaRight" b="textAreaBottom"/>
                <a:pathLst>
                  <a:path w="2503" h="2502">
                    <a:moveTo>
                      <a:pt x="1268" y="0"/>
                    </a:moveTo>
                    <a:cubicBezTo>
                      <a:pt x="534" y="0"/>
                      <a:pt x="1" y="534"/>
                      <a:pt x="1" y="1234"/>
                    </a:cubicBezTo>
                    <a:cubicBezTo>
                      <a:pt x="1" y="1968"/>
                      <a:pt x="534" y="2502"/>
                      <a:pt x="1268" y="2502"/>
                    </a:cubicBezTo>
                    <a:cubicBezTo>
                      <a:pt x="1969" y="2502"/>
                      <a:pt x="2502" y="1968"/>
                      <a:pt x="2502" y="1234"/>
                    </a:cubicBezTo>
                    <a:cubicBezTo>
                      <a:pt x="2502" y="534"/>
                      <a:pt x="1935" y="0"/>
                      <a:pt x="126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34560" bIns="34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 name="Google Shape;212;p32"/>
              <p:cNvSpPr/>
              <p:nvPr/>
            </p:nvSpPr>
            <p:spPr>
              <a:xfrm>
                <a:off x="5848920" y="3073320"/>
                <a:ext cx="85320" cy="85320"/>
              </a:xfrm>
              <a:custGeom>
                <a:avLst/>
                <a:gdLst>
                  <a:gd name="textAreaLeft" fmla="*/ 0 w 85320"/>
                  <a:gd name="textAreaRight" fmla="*/ 85680 w 85320"/>
                  <a:gd name="textAreaTop" fmla="*/ 0 h 85320"/>
                  <a:gd name="textAreaBottom" fmla="*/ 85680 h 85320"/>
                </a:gdLst>
                <a:ahLst/>
                <a:cxnLst/>
                <a:rect l="textAreaLeft" t="textAreaTop" r="textAreaRight" b="textAreaBottom"/>
                <a:pathLst>
                  <a:path w="3103" h="3103">
                    <a:moveTo>
                      <a:pt x="1568" y="0"/>
                    </a:moveTo>
                    <a:cubicBezTo>
                      <a:pt x="734" y="0"/>
                      <a:pt x="0" y="701"/>
                      <a:pt x="0" y="1535"/>
                    </a:cubicBezTo>
                    <a:cubicBezTo>
                      <a:pt x="0" y="2369"/>
                      <a:pt x="734" y="3102"/>
                      <a:pt x="1568" y="3102"/>
                    </a:cubicBezTo>
                    <a:cubicBezTo>
                      <a:pt x="2402" y="3102"/>
                      <a:pt x="3102" y="2369"/>
                      <a:pt x="3102" y="1535"/>
                    </a:cubicBezTo>
                    <a:cubicBezTo>
                      <a:pt x="3102" y="667"/>
                      <a:pt x="2402" y="0"/>
                      <a:pt x="156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42840" bIns="42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 name="Google Shape;213;p32"/>
              <p:cNvSpPr/>
              <p:nvPr/>
            </p:nvSpPr>
            <p:spPr>
              <a:xfrm>
                <a:off x="5823000" y="2759040"/>
                <a:ext cx="200520" cy="171360"/>
              </a:xfrm>
              <a:custGeom>
                <a:avLst/>
                <a:gdLst>
                  <a:gd name="textAreaLeft" fmla="*/ 0 w 200520"/>
                  <a:gd name="textAreaRight" fmla="*/ 200880 w 200520"/>
                  <a:gd name="textAreaTop" fmla="*/ 0 h 171360"/>
                  <a:gd name="textAreaBottom" fmla="*/ 171720 h 171360"/>
                </a:gdLst>
                <a:ahLst/>
                <a:cxnLst/>
                <a:rect l="textAreaLeft" t="textAreaTop" r="textAreaRight" b="textAreaBottom"/>
                <a:pathLst>
                  <a:path w="7273" h="6214">
                    <a:moveTo>
                      <a:pt x="934" y="0"/>
                    </a:moveTo>
                    <a:cubicBezTo>
                      <a:pt x="367" y="0"/>
                      <a:pt x="0" y="634"/>
                      <a:pt x="267" y="1135"/>
                    </a:cubicBezTo>
                    <a:lnTo>
                      <a:pt x="3002" y="5838"/>
                    </a:lnTo>
                    <a:cubicBezTo>
                      <a:pt x="3136" y="6088"/>
                      <a:pt x="3386" y="6213"/>
                      <a:pt x="3636" y="6213"/>
                    </a:cubicBezTo>
                    <a:cubicBezTo>
                      <a:pt x="3886" y="6213"/>
                      <a:pt x="4137" y="6088"/>
                      <a:pt x="4270" y="5838"/>
                    </a:cubicBezTo>
                    <a:lnTo>
                      <a:pt x="7005" y="1135"/>
                    </a:lnTo>
                    <a:cubicBezTo>
                      <a:pt x="7272" y="601"/>
                      <a:pt x="6905" y="0"/>
                      <a:pt x="637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5680" bIns="85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33" name="Google Shape;214;p32"/>
            <p:cNvSpPr/>
            <p:nvPr/>
          </p:nvSpPr>
          <p:spPr>
            <a:xfrm>
              <a:off x="5553360" y="291960"/>
              <a:ext cx="448560" cy="449280"/>
            </a:xfrm>
            <a:custGeom>
              <a:avLst/>
              <a:gdLst>
                <a:gd name="textAreaLeft" fmla="*/ 0 w 448560"/>
                <a:gd name="textAreaRight" fmla="*/ 448920 w 448560"/>
                <a:gd name="textAreaTop" fmla="*/ 0 h 449280"/>
                <a:gd name="textAreaBottom" fmla="*/ 449640 h 449280"/>
              </a:gdLst>
              <a:ahLst/>
              <a:cxnLst/>
              <a:rect l="textAreaLeft" t="textAreaTop" r="textAreaRight" b="textAreaBottom"/>
              <a:pathLst>
                <a:path w="16246" h="16280">
                  <a:moveTo>
                    <a:pt x="8106" y="1"/>
                  </a:moveTo>
                  <a:cubicBezTo>
                    <a:pt x="3636" y="1"/>
                    <a:pt x="0" y="3637"/>
                    <a:pt x="0" y="8140"/>
                  </a:cubicBezTo>
                  <a:cubicBezTo>
                    <a:pt x="0" y="12643"/>
                    <a:pt x="3636" y="16279"/>
                    <a:pt x="8106" y="16279"/>
                  </a:cubicBezTo>
                  <a:cubicBezTo>
                    <a:pt x="12609" y="16279"/>
                    <a:pt x="16245" y="12643"/>
                    <a:pt x="16245" y="8140"/>
                  </a:cubicBezTo>
                  <a:cubicBezTo>
                    <a:pt x="16245" y="3637"/>
                    <a:pt x="12609" y="1"/>
                    <a:pt x="810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 name="Google Shape;215;p32"/>
            <p:cNvSpPr/>
            <p:nvPr/>
          </p:nvSpPr>
          <p:spPr>
            <a:xfrm>
              <a:off x="5595480" y="334080"/>
              <a:ext cx="363600" cy="364680"/>
            </a:xfrm>
            <a:custGeom>
              <a:avLst/>
              <a:gdLst>
                <a:gd name="textAreaLeft" fmla="*/ 0 w 363600"/>
                <a:gd name="textAreaRight" fmla="*/ 363960 w 363600"/>
                <a:gd name="textAreaTop" fmla="*/ 0 h 364680"/>
                <a:gd name="textAreaBottom" fmla="*/ 365040 h 364680"/>
              </a:gdLst>
              <a:ahLst/>
              <a:cxnLst/>
              <a:rect l="textAreaLeft" t="textAreaTop" r="textAreaRight" b="textAreaBottom"/>
              <a:pathLst>
                <a:path w="13177" h="13210">
                  <a:moveTo>
                    <a:pt x="6572" y="0"/>
                  </a:moveTo>
                  <a:cubicBezTo>
                    <a:pt x="2936" y="0"/>
                    <a:pt x="1" y="2969"/>
                    <a:pt x="1" y="6605"/>
                  </a:cubicBezTo>
                  <a:cubicBezTo>
                    <a:pt x="1" y="10241"/>
                    <a:pt x="2936" y="13210"/>
                    <a:pt x="6572" y="13210"/>
                  </a:cubicBezTo>
                  <a:cubicBezTo>
                    <a:pt x="10241" y="13210"/>
                    <a:pt x="13177" y="10241"/>
                    <a:pt x="13177" y="6605"/>
                  </a:cubicBezTo>
                  <a:cubicBezTo>
                    <a:pt x="13177" y="2969"/>
                    <a:pt x="10241" y="0"/>
                    <a:pt x="6572"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 name="Google Shape;216;p32"/>
            <p:cNvSpPr/>
            <p:nvPr/>
          </p:nvSpPr>
          <p:spPr>
            <a:xfrm>
              <a:off x="5668560" y="364680"/>
              <a:ext cx="219960" cy="303840"/>
            </a:xfrm>
            <a:custGeom>
              <a:avLst/>
              <a:gdLst>
                <a:gd name="textAreaLeft" fmla="*/ 0 w 219960"/>
                <a:gd name="textAreaRight" fmla="*/ 220320 w 219960"/>
                <a:gd name="textAreaTop" fmla="*/ 0 h 303840"/>
                <a:gd name="textAreaBottom" fmla="*/ 304200 h 303840"/>
              </a:gdLst>
              <a:ahLst/>
              <a:cxnLst/>
              <a:rect l="textAreaLeft" t="textAreaTop" r="textAreaRight" b="textAreaBottom"/>
              <a:pathLst>
                <a:path w="7973" h="11008">
                  <a:moveTo>
                    <a:pt x="3069" y="2802"/>
                  </a:moveTo>
                  <a:cubicBezTo>
                    <a:pt x="3536" y="2835"/>
                    <a:pt x="4003" y="2835"/>
                    <a:pt x="4403" y="2835"/>
                  </a:cubicBezTo>
                  <a:cubicBezTo>
                    <a:pt x="4570" y="2869"/>
                    <a:pt x="4737" y="2902"/>
                    <a:pt x="4904" y="3002"/>
                  </a:cubicBezTo>
                  <a:cubicBezTo>
                    <a:pt x="5304" y="3169"/>
                    <a:pt x="5471" y="3469"/>
                    <a:pt x="5471" y="3836"/>
                  </a:cubicBezTo>
                  <a:cubicBezTo>
                    <a:pt x="5404" y="4270"/>
                    <a:pt x="5204" y="4470"/>
                    <a:pt x="4870" y="4637"/>
                  </a:cubicBezTo>
                  <a:cubicBezTo>
                    <a:pt x="4470" y="4837"/>
                    <a:pt x="4003" y="4837"/>
                    <a:pt x="3536" y="4837"/>
                  </a:cubicBezTo>
                  <a:lnTo>
                    <a:pt x="3069" y="4837"/>
                  </a:lnTo>
                  <a:lnTo>
                    <a:pt x="3069" y="2802"/>
                  </a:lnTo>
                  <a:close/>
                  <a:moveTo>
                    <a:pt x="3659" y="5834"/>
                  </a:moveTo>
                  <a:cubicBezTo>
                    <a:pt x="4047" y="5834"/>
                    <a:pt x="4425" y="5849"/>
                    <a:pt x="4803" y="5938"/>
                  </a:cubicBezTo>
                  <a:cubicBezTo>
                    <a:pt x="5004" y="5971"/>
                    <a:pt x="5204" y="6038"/>
                    <a:pt x="5404" y="6138"/>
                  </a:cubicBezTo>
                  <a:cubicBezTo>
                    <a:pt x="5737" y="6305"/>
                    <a:pt x="5904" y="6605"/>
                    <a:pt x="5904" y="7005"/>
                  </a:cubicBezTo>
                  <a:cubicBezTo>
                    <a:pt x="5871" y="7372"/>
                    <a:pt x="5671" y="7639"/>
                    <a:pt x="5337" y="7806"/>
                  </a:cubicBezTo>
                  <a:cubicBezTo>
                    <a:pt x="4870" y="8039"/>
                    <a:pt x="4370" y="8106"/>
                    <a:pt x="3869" y="8106"/>
                  </a:cubicBezTo>
                  <a:lnTo>
                    <a:pt x="3069" y="8106"/>
                  </a:lnTo>
                  <a:lnTo>
                    <a:pt x="3069" y="5838"/>
                  </a:lnTo>
                  <a:cubicBezTo>
                    <a:pt x="3269" y="5838"/>
                    <a:pt x="3465" y="5834"/>
                    <a:pt x="3659" y="5834"/>
                  </a:cubicBezTo>
                  <a:close/>
                  <a:moveTo>
                    <a:pt x="3869" y="0"/>
                  </a:moveTo>
                  <a:lnTo>
                    <a:pt x="3869" y="1635"/>
                  </a:lnTo>
                  <a:cubicBezTo>
                    <a:pt x="3569" y="1635"/>
                    <a:pt x="3336" y="1635"/>
                    <a:pt x="3036" y="1668"/>
                  </a:cubicBezTo>
                  <a:lnTo>
                    <a:pt x="3036" y="33"/>
                  </a:lnTo>
                  <a:lnTo>
                    <a:pt x="2035" y="33"/>
                  </a:lnTo>
                  <a:lnTo>
                    <a:pt x="2035" y="1701"/>
                  </a:lnTo>
                  <a:lnTo>
                    <a:pt x="0" y="1701"/>
                  </a:lnTo>
                  <a:lnTo>
                    <a:pt x="0" y="2802"/>
                  </a:lnTo>
                  <a:lnTo>
                    <a:pt x="834" y="2802"/>
                  </a:lnTo>
                  <a:cubicBezTo>
                    <a:pt x="1168" y="2802"/>
                    <a:pt x="1334" y="3002"/>
                    <a:pt x="1334" y="3336"/>
                  </a:cubicBezTo>
                  <a:lnTo>
                    <a:pt x="1334" y="5371"/>
                  </a:lnTo>
                  <a:lnTo>
                    <a:pt x="1334" y="7706"/>
                  </a:lnTo>
                  <a:cubicBezTo>
                    <a:pt x="1334" y="8006"/>
                    <a:pt x="1201" y="8139"/>
                    <a:pt x="901" y="8139"/>
                  </a:cubicBezTo>
                  <a:lnTo>
                    <a:pt x="200" y="8139"/>
                  </a:lnTo>
                  <a:cubicBezTo>
                    <a:pt x="100" y="8540"/>
                    <a:pt x="67" y="8940"/>
                    <a:pt x="0" y="9340"/>
                  </a:cubicBezTo>
                  <a:lnTo>
                    <a:pt x="2035" y="9340"/>
                  </a:lnTo>
                  <a:lnTo>
                    <a:pt x="2035" y="11008"/>
                  </a:lnTo>
                  <a:lnTo>
                    <a:pt x="3036" y="11008"/>
                  </a:lnTo>
                  <a:lnTo>
                    <a:pt x="3036" y="9340"/>
                  </a:lnTo>
                  <a:lnTo>
                    <a:pt x="3836" y="9340"/>
                  </a:lnTo>
                  <a:lnTo>
                    <a:pt x="3836" y="11008"/>
                  </a:lnTo>
                  <a:lnTo>
                    <a:pt x="4837" y="11008"/>
                  </a:lnTo>
                  <a:lnTo>
                    <a:pt x="4837" y="9373"/>
                  </a:lnTo>
                  <a:cubicBezTo>
                    <a:pt x="5371" y="9307"/>
                    <a:pt x="5871" y="9207"/>
                    <a:pt x="6371" y="9107"/>
                  </a:cubicBezTo>
                  <a:cubicBezTo>
                    <a:pt x="7239" y="8840"/>
                    <a:pt x="7739" y="8306"/>
                    <a:pt x="7872" y="7372"/>
                  </a:cubicBezTo>
                  <a:cubicBezTo>
                    <a:pt x="7906" y="7272"/>
                    <a:pt x="7906" y="7139"/>
                    <a:pt x="7906" y="7005"/>
                  </a:cubicBezTo>
                  <a:cubicBezTo>
                    <a:pt x="7972" y="6038"/>
                    <a:pt x="7539" y="5437"/>
                    <a:pt x="6571" y="5170"/>
                  </a:cubicBezTo>
                  <a:cubicBezTo>
                    <a:pt x="6538" y="5137"/>
                    <a:pt x="6538" y="5137"/>
                    <a:pt x="6505" y="5137"/>
                  </a:cubicBezTo>
                  <a:lnTo>
                    <a:pt x="6538" y="5104"/>
                  </a:lnTo>
                  <a:cubicBezTo>
                    <a:pt x="7339" y="4603"/>
                    <a:pt x="7572" y="3669"/>
                    <a:pt x="7205" y="2835"/>
                  </a:cubicBezTo>
                  <a:cubicBezTo>
                    <a:pt x="7005" y="2335"/>
                    <a:pt x="6605" y="2035"/>
                    <a:pt x="6138" y="1935"/>
                  </a:cubicBezTo>
                  <a:cubicBezTo>
                    <a:pt x="5737" y="1801"/>
                    <a:pt x="5371" y="1768"/>
                    <a:pt x="5004" y="1668"/>
                  </a:cubicBezTo>
                  <a:cubicBezTo>
                    <a:pt x="4904" y="1668"/>
                    <a:pt x="4870" y="1635"/>
                    <a:pt x="4870" y="1535"/>
                  </a:cubicBezTo>
                  <a:lnTo>
                    <a:pt x="4870" y="834"/>
                  </a:lnTo>
                  <a:lnTo>
                    <a:pt x="4870" y="0"/>
                  </a:lnTo>
                  <a:close/>
                </a:path>
              </a:pathLst>
            </a:custGeom>
            <a:solidFill>
              <a:srgbClr val="F5FD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 name="Google Shape;217;p32"/>
            <p:cNvSpPr/>
            <p:nvPr/>
          </p:nvSpPr>
          <p:spPr>
            <a:xfrm>
              <a:off x="8084160" y="4689360"/>
              <a:ext cx="380160" cy="108360"/>
            </a:xfrm>
            <a:custGeom>
              <a:avLst/>
              <a:gdLst>
                <a:gd name="textAreaLeft" fmla="*/ 0 w 380160"/>
                <a:gd name="textAreaRight" fmla="*/ 380520 w 380160"/>
                <a:gd name="textAreaTop" fmla="*/ 0 h 108360"/>
                <a:gd name="textAreaBottom" fmla="*/ 108720 h 108360"/>
              </a:gdLst>
              <a:ahLst/>
              <a:cxnLst/>
              <a:rect l="textAreaLeft" t="textAreaTop" r="textAreaRight" b="textAreaBottom"/>
              <a:pathLst>
                <a:path w="13777" h="3938">
                  <a:moveTo>
                    <a:pt x="6872" y="1"/>
                  </a:moveTo>
                  <a:cubicBezTo>
                    <a:pt x="3069" y="1"/>
                    <a:pt x="0" y="868"/>
                    <a:pt x="0" y="1969"/>
                  </a:cubicBezTo>
                  <a:cubicBezTo>
                    <a:pt x="0" y="3036"/>
                    <a:pt x="3069" y="3937"/>
                    <a:pt x="6872" y="3937"/>
                  </a:cubicBezTo>
                  <a:cubicBezTo>
                    <a:pt x="10674" y="3937"/>
                    <a:pt x="13777" y="3036"/>
                    <a:pt x="13777" y="1969"/>
                  </a:cubicBezTo>
                  <a:cubicBezTo>
                    <a:pt x="13777" y="868"/>
                    <a:pt x="10674" y="1"/>
                    <a:pt x="6872" y="1"/>
                  </a:cubicBezTo>
                  <a:close/>
                </a:path>
              </a:pathLst>
            </a:custGeom>
            <a:solidFill>
              <a:srgbClr val="3737B7"/>
            </a:solidFill>
            <a:ln w="0">
              <a:noFill/>
            </a:ln>
          </p:spPr>
          <p:style>
            <a:lnRef idx="0">
              <a:scrgbClr r="0" g="0" b="0"/>
            </a:lnRef>
            <a:fillRef idx="0">
              <a:scrgbClr r="0" g="0" b="0"/>
            </a:fillRef>
            <a:effectRef idx="0">
              <a:scrgbClr r="0" g="0" b="0"/>
            </a:effectRef>
            <a:fontRef idx="minor"/>
          </p:style>
          <p:txBody>
            <a:bodyPr tIns="54360" bIns="54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 name="Google Shape;218;p32"/>
            <p:cNvSpPr/>
            <p:nvPr/>
          </p:nvSpPr>
          <p:spPr>
            <a:xfrm>
              <a:off x="8098920" y="4413960"/>
              <a:ext cx="349920" cy="122040"/>
            </a:xfrm>
            <a:custGeom>
              <a:avLst/>
              <a:gdLst>
                <a:gd name="textAreaLeft" fmla="*/ 0 w 349920"/>
                <a:gd name="textAreaRight" fmla="*/ 350280 w 349920"/>
                <a:gd name="textAreaTop" fmla="*/ 0 h 122040"/>
                <a:gd name="textAreaBottom" fmla="*/ 122400 h 122040"/>
              </a:gdLst>
              <a:ahLst/>
              <a:cxnLst/>
              <a:rect l="textAreaLeft" t="textAreaTop" r="textAreaRight" b="textAreaBottom"/>
              <a:pathLst>
                <a:path w="12677" h="4437">
                  <a:moveTo>
                    <a:pt x="6339" y="0"/>
                  </a:moveTo>
                  <a:cubicBezTo>
                    <a:pt x="2836" y="0"/>
                    <a:pt x="1" y="1001"/>
                    <a:pt x="1" y="2202"/>
                  </a:cubicBezTo>
                  <a:cubicBezTo>
                    <a:pt x="1" y="3436"/>
                    <a:pt x="2836" y="4437"/>
                    <a:pt x="6339" y="4437"/>
                  </a:cubicBezTo>
                  <a:cubicBezTo>
                    <a:pt x="9841" y="4437"/>
                    <a:pt x="12677" y="3436"/>
                    <a:pt x="12677" y="2202"/>
                  </a:cubicBezTo>
                  <a:cubicBezTo>
                    <a:pt x="12677" y="1001"/>
                    <a:pt x="9841" y="0"/>
                    <a:pt x="6339" y="0"/>
                  </a:cubicBezTo>
                  <a:close/>
                </a:path>
              </a:pathLst>
            </a:custGeom>
            <a:solidFill>
              <a:srgbClr val="09066A"/>
            </a:solidFill>
            <a:ln w="0">
              <a:noFill/>
            </a:ln>
          </p:spPr>
          <p:style>
            <a:lnRef idx="0">
              <a:scrgbClr r="0" g="0" b="0"/>
            </a:lnRef>
            <a:fillRef idx="0">
              <a:scrgbClr r="0" g="0" b="0"/>
            </a:fillRef>
            <a:effectRef idx="0">
              <a:scrgbClr r="0" g="0" b="0"/>
            </a:effectRef>
            <a:fontRef idx="minor"/>
          </p:style>
          <p:txBody>
            <a:bodyPr tIns="61200" bIns="61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 name="Google Shape;219;p32"/>
            <p:cNvSpPr/>
            <p:nvPr/>
          </p:nvSpPr>
          <p:spPr>
            <a:xfrm>
              <a:off x="8102520" y="4486680"/>
              <a:ext cx="340560" cy="262440"/>
            </a:xfrm>
            <a:custGeom>
              <a:avLst/>
              <a:gdLst>
                <a:gd name="textAreaLeft" fmla="*/ 0 w 340560"/>
                <a:gd name="textAreaRight" fmla="*/ 340920 w 340560"/>
                <a:gd name="textAreaTop" fmla="*/ 0 h 262440"/>
                <a:gd name="textAreaBottom" fmla="*/ 262800 h 262440"/>
              </a:gdLst>
              <a:ahLst/>
              <a:cxnLst/>
              <a:rect l="textAreaLeft" t="textAreaTop" r="textAreaRight" b="textAreaBottom"/>
              <a:pathLst>
                <a:path w="12343" h="9508">
                  <a:moveTo>
                    <a:pt x="0" y="0"/>
                  </a:moveTo>
                  <a:lnTo>
                    <a:pt x="1968" y="7205"/>
                  </a:lnTo>
                  <a:cubicBezTo>
                    <a:pt x="2335" y="8606"/>
                    <a:pt x="3603" y="9507"/>
                    <a:pt x="5004" y="9507"/>
                  </a:cubicBezTo>
                  <a:lnTo>
                    <a:pt x="7339" y="9507"/>
                  </a:lnTo>
                  <a:cubicBezTo>
                    <a:pt x="8773" y="9507"/>
                    <a:pt x="10007" y="8540"/>
                    <a:pt x="10374" y="7205"/>
                  </a:cubicBezTo>
                  <a:lnTo>
                    <a:pt x="12342" y="0"/>
                  </a:lnTo>
                  <a:lnTo>
                    <a:pt x="12342" y="0"/>
                  </a:lnTo>
                  <a:cubicBezTo>
                    <a:pt x="11842" y="1034"/>
                    <a:pt x="9307" y="1802"/>
                    <a:pt x="6205" y="1802"/>
                  </a:cubicBezTo>
                  <a:cubicBezTo>
                    <a:pt x="3136" y="1802"/>
                    <a:pt x="534" y="1034"/>
                    <a:pt x="0"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 name="Google Shape;220;p32"/>
            <p:cNvSpPr/>
            <p:nvPr/>
          </p:nvSpPr>
          <p:spPr>
            <a:xfrm>
              <a:off x="8140320" y="4443840"/>
              <a:ext cx="264960" cy="92160"/>
            </a:xfrm>
            <a:custGeom>
              <a:avLst/>
              <a:gdLst>
                <a:gd name="textAreaLeft" fmla="*/ 0 w 264960"/>
                <a:gd name="textAreaRight" fmla="*/ 265320 w 264960"/>
                <a:gd name="textAreaTop" fmla="*/ 0 h 92160"/>
                <a:gd name="textAreaBottom" fmla="*/ 92520 h 92160"/>
              </a:gdLst>
              <a:ahLst/>
              <a:cxnLst/>
              <a:rect l="textAreaLeft" t="textAreaTop" r="textAreaRight" b="textAreaBottom"/>
              <a:pathLst>
                <a:path w="9608" h="3343">
                  <a:moveTo>
                    <a:pt x="4881" y="1"/>
                  </a:moveTo>
                  <a:cubicBezTo>
                    <a:pt x="2965" y="1"/>
                    <a:pt x="989" y="747"/>
                    <a:pt x="1" y="2542"/>
                  </a:cubicBezTo>
                  <a:cubicBezTo>
                    <a:pt x="1168" y="3042"/>
                    <a:pt x="2903" y="3343"/>
                    <a:pt x="4838" y="3343"/>
                  </a:cubicBezTo>
                  <a:cubicBezTo>
                    <a:pt x="6772" y="3343"/>
                    <a:pt x="8440" y="3042"/>
                    <a:pt x="9608" y="2575"/>
                  </a:cubicBezTo>
                  <a:cubicBezTo>
                    <a:pt x="9474" y="1875"/>
                    <a:pt x="8907" y="1241"/>
                    <a:pt x="8274" y="874"/>
                  </a:cubicBezTo>
                  <a:cubicBezTo>
                    <a:pt x="7363" y="320"/>
                    <a:pt x="6135" y="1"/>
                    <a:pt x="4881" y="1"/>
                  </a:cubicBezTo>
                  <a:close/>
                </a:path>
              </a:pathLst>
            </a:custGeom>
            <a:solidFill>
              <a:srgbClr val="3F3FD8"/>
            </a:solidFill>
            <a:ln w="0">
              <a:noFill/>
            </a:ln>
          </p:spPr>
          <p:style>
            <a:lnRef idx="0">
              <a:scrgbClr r="0" g="0" b="0"/>
            </a:lnRef>
            <a:fillRef idx="0">
              <a:scrgbClr r="0" g="0" b="0"/>
            </a:fillRef>
            <a:effectRef idx="0">
              <a:scrgbClr r="0" g="0" b="0"/>
            </a:effectRef>
            <a:fontRef idx="minor"/>
          </p:style>
          <p:txBody>
            <a:bodyPr tIns="46080" bIns="46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 name="Google Shape;221;p32"/>
            <p:cNvSpPr/>
            <p:nvPr/>
          </p:nvSpPr>
          <p:spPr>
            <a:xfrm>
              <a:off x="8082360" y="4208400"/>
              <a:ext cx="337680" cy="302040"/>
            </a:xfrm>
            <a:custGeom>
              <a:avLst/>
              <a:gdLst>
                <a:gd name="textAreaLeft" fmla="*/ 0 w 337680"/>
                <a:gd name="textAreaRight" fmla="*/ 338040 w 337680"/>
                <a:gd name="textAreaTop" fmla="*/ 0 h 302040"/>
                <a:gd name="textAreaBottom" fmla="*/ 302400 h 302040"/>
              </a:gdLst>
              <a:ahLst/>
              <a:cxnLst/>
              <a:rect l="textAreaLeft" t="textAreaTop" r="textAreaRight" b="textAreaBottom"/>
              <a:pathLst>
                <a:path w="12243" h="10942">
                  <a:moveTo>
                    <a:pt x="5905" y="0"/>
                  </a:moveTo>
                  <a:cubicBezTo>
                    <a:pt x="5171" y="0"/>
                    <a:pt x="4737" y="834"/>
                    <a:pt x="4570" y="1602"/>
                  </a:cubicBezTo>
                  <a:cubicBezTo>
                    <a:pt x="4103" y="4237"/>
                    <a:pt x="4937" y="6505"/>
                    <a:pt x="5905" y="8773"/>
                  </a:cubicBezTo>
                  <a:cubicBezTo>
                    <a:pt x="5771" y="8573"/>
                    <a:pt x="5671" y="8406"/>
                    <a:pt x="5538" y="8206"/>
                  </a:cubicBezTo>
                  <a:cubicBezTo>
                    <a:pt x="5071" y="7506"/>
                    <a:pt x="4570" y="6772"/>
                    <a:pt x="4103" y="5905"/>
                  </a:cubicBezTo>
                  <a:cubicBezTo>
                    <a:pt x="3837" y="5371"/>
                    <a:pt x="3536" y="4737"/>
                    <a:pt x="3036" y="4270"/>
                  </a:cubicBezTo>
                  <a:cubicBezTo>
                    <a:pt x="2640" y="3899"/>
                    <a:pt x="2116" y="3693"/>
                    <a:pt x="1640" y="3693"/>
                  </a:cubicBezTo>
                  <a:cubicBezTo>
                    <a:pt x="1474" y="3693"/>
                    <a:pt x="1314" y="3718"/>
                    <a:pt x="1168" y="3770"/>
                  </a:cubicBezTo>
                  <a:cubicBezTo>
                    <a:pt x="334" y="4070"/>
                    <a:pt x="0" y="5104"/>
                    <a:pt x="167" y="5905"/>
                  </a:cubicBezTo>
                  <a:cubicBezTo>
                    <a:pt x="334" y="6772"/>
                    <a:pt x="934" y="7439"/>
                    <a:pt x="1435" y="7939"/>
                  </a:cubicBezTo>
                  <a:cubicBezTo>
                    <a:pt x="2903" y="9374"/>
                    <a:pt x="4737" y="10408"/>
                    <a:pt x="6739" y="10908"/>
                  </a:cubicBezTo>
                  <a:cubicBezTo>
                    <a:pt x="6772" y="10908"/>
                    <a:pt x="6872" y="10942"/>
                    <a:pt x="6939" y="10942"/>
                  </a:cubicBezTo>
                  <a:cubicBezTo>
                    <a:pt x="8106" y="10942"/>
                    <a:pt x="10875" y="9107"/>
                    <a:pt x="11776" y="7506"/>
                  </a:cubicBezTo>
                  <a:cubicBezTo>
                    <a:pt x="12009" y="6939"/>
                    <a:pt x="12243" y="6105"/>
                    <a:pt x="12042" y="5438"/>
                  </a:cubicBezTo>
                  <a:cubicBezTo>
                    <a:pt x="11942" y="5104"/>
                    <a:pt x="11742" y="4871"/>
                    <a:pt x="11442" y="4704"/>
                  </a:cubicBezTo>
                  <a:cubicBezTo>
                    <a:pt x="11270" y="4607"/>
                    <a:pt x="11071" y="4559"/>
                    <a:pt x="10858" y="4559"/>
                  </a:cubicBezTo>
                  <a:cubicBezTo>
                    <a:pt x="10407" y="4559"/>
                    <a:pt x="9893" y="4774"/>
                    <a:pt x="9441" y="5204"/>
                  </a:cubicBezTo>
                  <a:cubicBezTo>
                    <a:pt x="8406" y="6105"/>
                    <a:pt x="7739" y="7372"/>
                    <a:pt x="7272" y="8607"/>
                  </a:cubicBezTo>
                  <a:cubicBezTo>
                    <a:pt x="7573" y="6372"/>
                    <a:pt x="7573" y="4070"/>
                    <a:pt x="7239" y="1768"/>
                  </a:cubicBezTo>
                  <a:cubicBezTo>
                    <a:pt x="7206" y="1368"/>
                    <a:pt x="6905" y="0"/>
                    <a:pt x="5905"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 name="Google Shape;222;p32"/>
            <p:cNvSpPr/>
            <p:nvPr/>
          </p:nvSpPr>
          <p:spPr>
            <a:xfrm>
              <a:off x="8101440" y="4486680"/>
              <a:ext cx="207000" cy="262440"/>
            </a:xfrm>
            <a:custGeom>
              <a:avLst/>
              <a:gdLst>
                <a:gd name="textAreaLeft" fmla="*/ 0 w 207000"/>
                <a:gd name="textAreaRight" fmla="*/ 207360 w 207000"/>
                <a:gd name="textAreaTop" fmla="*/ 0 h 262440"/>
                <a:gd name="textAreaBottom" fmla="*/ 262800 h 262440"/>
              </a:gdLst>
              <a:ahLst/>
              <a:cxnLst/>
              <a:rect l="textAreaLeft" t="textAreaTop" r="textAreaRight" b="textAreaBottom"/>
              <a:pathLst>
                <a:path w="7507" h="9508">
                  <a:moveTo>
                    <a:pt x="1" y="0"/>
                  </a:moveTo>
                  <a:lnTo>
                    <a:pt x="1969" y="7205"/>
                  </a:lnTo>
                  <a:cubicBezTo>
                    <a:pt x="2336" y="8606"/>
                    <a:pt x="3570" y="9507"/>
                    <a:pt x="5005" y="9507"/>
                  </a:cubicBezTo>
                  <a:lnTo>
                    <a:pt x="7506" y="9507"/>
                  </a:lnTo>
                  <a:cubicBezTo>
                    <a:pt x="4304" y="7539"/>
                    <a:pt x="3904" y="4037"/>
                    <a:pt x="4071" y="1668"/>
                  </a:cubicBezTo>
                  <a:cubicBezTo>
                    <a:pt x="2002" y="1435"/>
                    <a:pt x="468" y="801"/>
                    <a:pt x="1" y="0"/>
                  </a:cubicBezTo>
                  <a:close/>
                </a:path>
              </a:pathLst>
            </a:custGeom>
            <a:no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 name="Google Shape;223;p32"/>
            <p:cNvSpPr/>
            <p:nvPr/>
          </p:nvSpPr>
          <p:spPr>
            <a:xfrm>
              <a:off x="8462880" y="4195440"/>
              <a:ext cx="511200" cy="176760"/>
            </a:xfrm>
            <a:custGeom>
              <a:avLst/>
              <a:gdLst>
                <a:gd name="textAreaLeft" fmla="*/ 0 w 511200"/>
                <a:gd name="textAreaRight" fmla="*/ 511560 w 511200"/>
                <a:gd name="textAreaTop" fmla="*/ 0 h 176760"/>
                <a:gd name="textAreaBottom" fmla="*/ 177120 h 176760"/>
              </a:gdLst>
              <a:ahLst/>
              <a:cxnLst/>
              <a:rect l="textAreaLeft" t="textAreaTop" r="textAreaRight" b="textAreaBottom"/>
              <a:pathLst>
                <a:path w="18515" h="6406">
                  <a:moveTo>
                    <a:pt x="9274" y="0"/>
                  </a:moveTo>
                  <a:cubicBezTo>
                    <a:pt x="4137" y="0"/>
                    <a:pt x="1" y="1401"/>
                    <a:pt x="1" y="3203"/>
                  </a:cubicBezTo>
                  <a:cubicBezTo>
                    <a:pt x="1" y="4971"/>
                    <a:pt x="4171" y="6405"/>
                    <a:pt x="9274" y="6405"/>
                  </a:cubicBezTo>
                  <a:cubicBezTo>
                    <a:pt x="14411" y="6405"/>
                    <a:pt x="18514" y="5004"/>
                    <a:pt x="18514" y="3203"/>
                  </a:cubicBezTo>
                  <a:cubicBezTo>
                    <a:pt x="18514" y="1401"/>
                    <a:pt x="14411" y="0"/>
                    <a:pt x="9274" y="0"/>
                  </a:cubicBezTo>
                  <a:close/>
                </a:path>
              </a:pathLst>
            </a:custGeom>
            <a:solidFill>
              <a:srgbClr val="35CFDB"/>
            </a:solidFill>
            <a:ln w="0">
              <a:noFill/>
            </a:ln>
          </p:spPr>
          <p:style>
            <a:lnRef idx="0">
              <a:scrgbClr r="0" g="0" b="0"/>
            </a:lnRef>
            <a:fillRef idx="0">
              <a:scrgbClr r="0" g="0" b="0"/>
            </a:fillRef>
            <a:effectRef idx="0">
              <a:scrgbClr r="0" g="0" b="0"/>
            </a:effectRef>
            <a:fontRef idx="minor"/>
          </p:style>
          <p:txBody>
            <a:bodyPr tIns="88560" bIns="88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3" name="Google Shape;224;p32"/>
            <p:cNvSpPr/>
            <p:nvPr/>
          </p:nvSpPr>
          <p:spPr>
            <a:xfrm>
              <a:off x="8166960" y="3638160"/>
              <a:ext cx="600480" cy="686160"/>
            </a:xfrm>
            <a:custGeom>
              <a:avLst/>
              <a:gdLst>
                <a:gd name="textAreaLeft" fmla="*/ 0 w 600480"/>
                <a:gd name="textAreaRight" fmla="*/ 600840 w 600480"/>
                <a:gd name="textAreaTop" fmla="*/ 0 h 686160"/>
                <a:gd name="textAreaBottom" fmla="*/ 686520 h 686160"/>
              </a:gdLst>
              <a:ahLst/>
              <a:cxnLst/>
              <a:rect l="textAreaLeft" t="textAreaTop" r="textAreaRight" b="textAreaBottom"/>
              <a:pathLst>
                <a:path w="21750" h="24847">
                  <a:moveTo>
                    <a:pt x="2257" y="0"/>
                  </a:moveTo>
                  <a:cubicBezTo>
                    <a:pt x="1570" y="0"/>
                    <a:pt x="838" y="433"/>
                    <a:pt x="501" y="1063"/>
                  </a:cubicBezTo>
                  <a:cubicBezTo>
                    <a:pt x="0" y="2030"/>
                    <a:pt x="167" y="3164"/>
                    <a:pt x="467" y="4198"/>
                  </a:cubicBezTo>
                  <a:cubicBezTo>
                    <a:pt x="1168" y="6733"/>
                    <a:pt x="2636" y="9102"/>
                    <a:pt x="4604" y="10870"/>
                  </a:cubicBezTo>
                  <a:cubicBezTo>
                    <a:pt x="3036" y="11037"/>
                    <a:pt x="1935" y="12704"/>
                    <a:pt x="2169" y="14239"/>
                  </a:cubicBezTo>
                  <a:cubicBezTo>
                    <a:pt x="2369" y="15807"/>
                    <a:pt x="3703" y="17041"/>
                    <a:pt x="5171" y="17508"/>
                  </a:cubicBezTo>
                  <a:cubicBezTo>
                    <a:pt x="5716" y="17677"/>
                    <a:pt x="6278" y="17750"/>
                    <a:pt x="6843" y="17750"/>
                  </a:cubicBezTo>
                  <a:cubicBezTo>
                    <a:pt x="7832" y="17750"/>
                    <a:pt x="8827" y="17526"/>
                    <a:pt x="9741" y="17208"/>
                  </a:cubicBezTo>
                  <a:lnTo>
                    <a:pt x="9741" y="17208"/>
                  </a:lnTo>
                  <a:cubicBezTo>
                    <a:pt x="8473" y="18509"/>
                    <a:pt x="9340" y="20877"/>
                    <a:pt x="10875" y="21844"/>
                  </a:cubicBezTo>
                  <a:cubicBezTo>
                    <a:pt x="12476" y="22778"/>
                    <a:pt x="14377" y="22745"/>
                    <a:pt x="16212" y="22845"/>
                  </a:cubicBezTo>
                  <a:cubicBezTo>
                    <a:pt x="18047" y="22945"/>
                    <a:pt x="20048" y="23345"/>
                    <a:pt x="21149" y="24846"/>
                  </a:cubicBezTo>
                  <a:cubicBezTo>
                    <a:pt x="21682" y="21844"/>
                    <a:pt x="21749" y="18775"/>
                    <a:pt x="21382" y="15740"/>
                  </a:cubicBezTo>
                  <a:cubicBezTo>
                    <a:pt x="21282" y="14572"/>
                    <a:pt x="21015" y="13272"/>
                    <a:pt x="20148" y="12438"/>
                  </a:cubicBezTo>
                  <a:cubicBezTo>
                    <a:pt x="19735" y="12024"/>
                    <a:pt x="19117" y="11800"/>
                    <a:pt x="18526" y="11800"/>
                  </a:cubicBezTo>
                  <a:cubicBezTo>
                    <a:pt x="17923" y="11800"/>
                    <a:pt x="17349" y="12033"/>
                    <a:pt x="17046" y="12538"/>
                  </a:cubicBezTo>
                  <a:cubicBezTo>
                    <a:pt x="17113" y="10470"/>
                    <a:pt x="17113" y="8201"/>
                    <a:pt x="15878" y="6533"/>
                  </a:cubicBezTo>
                  <a:cubicBezTo>
                    <a:pt x="15192" y="5580"/>
                    <a:pt x="13949" y="4997"/>
                    <a:pt x="12798" y="4997"/>
                  </a:cubicBezTo>
                  <a:cubicBezTo>
                    <a:pt x="11937" y="4997"/>
                    <a:pt x="11127" y="5324"/>
                    <a:pt x="10641" y="6066"/>
                  </a:cubicBezTo>
                  <a:cubicBezTo>
                    <a:pt x="10075" y="2828"/>
                    <a:pt x="6842" y="300"/>
                    <a:pt x="3735" y="300"/>
                  </a:cubicBezTo>
                  <a:cubicBezTo>
                    <a:pt x="3546" y="300"/>
                    <a:pt x="3357" y="310"/>
                    <a:pt x="3169" y="329"/>
                  </a:cubicBezTo>
                  <a:cubicBezTo>
                    <a:pt x="2909" y="101"/>
                    <a:pt x="2588" y="0"/>
                    <a:pt x="225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 name="Google Shape;225;p32"/>
            <p:cNvSpPr/>
            <p:nvPr/>
          </p:nvSpPr>
          <p:spPr>
            <a:xfrm>
              <a:off x="8178840" y="3658320"/>
              <a:ext cx="576360" cy="662040"/>
            </a:xfrm>
            <a:custGeom>
              <a:avLst/>
              <a:gdLst>
                <a:gd name="textAreaLeft" fmla="*/ 0 w 576360"/>
                <a:gd name="textAreaRight" fmla="*/ 576720 w 576360"/>
                <a:gd name="textAreaTop" fmla="*/ 0 h 662040"/>
                <a:gd name="textAreaBottom" fmla="*/ 662400 h 662040"/>
              </a:gdLst>
              <a:ahLst/>
              <a:cxnLst/>
              <a:rect l="textAreaLeft" t="textAreaTop" r="textAreaRight" b="textAreaBottom"/>
              <a:pathLst>
                <a:path w="20883" h="23984">
                  <a:moveTo>
                    <a:pt x="268" y="0"/>
                  </a:moveTo>
                  <a:cubicBezTo>
                    <a:pt x="201" y="100"/>
                    <a:pt x="101" y="234"/>
                    <a:pt x="68" y="300"/>
                  </a:cubicBezTo>
                  <a:cubicBezTo>
                    <a:pt x="34" y="334"/>
                    <a:pt x="34" y="434"/>
                    <a:pt x="1" y="467"/>
                  </a:cubicBezTo>
                  <a:cubicBezTo>
                    <a:pt x="8774" y="6338"/>
                    <a:pt x="16012" y="14511"/>
                    <a:pt x="20716" y="23984"/>
                  </a:cubicBezTo>
                  <a:cubicBezTo>
                    <a:pt x="20782" y="23684"/>
                    <a:pt x="20849" y="23417"/>
                    <a:pt x="20883" y="23083"/>
                  </a:cubicBezTo>
                  <a:cubicBezTo>
                    <a:pt x="16112" y="13810"/>
                    <a:pt x="8941" y="5804"/>
                    <a:pt x="268" y="0"/>
                  </a:cubicBezTo>
                  <a:close/>
                </a:path>
              </a:pathLst>
            </a:custGeom>
            <a:solidFill>
              <a:srgbClr val="3F3FD8"/>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5" name="Google Shape;226;p32"/>
            <p:cNvSpPr/>
            <p:nvPr/>
          </p:nvSpPr>
          <p:spPr>
            <a:xfrm>
              <a:off x="8207640" y="3688560"/>
              <a:ext cx="231120" cy="187560"/>
            </a:xfrm>
            <a:custGeom>
              <a:avLst/>
              <a:gdLst>
                <a:gd name="textAreaLeft" fmla="*/ 0 w 231120"/>
                <a:gd name="textAreaRight" fmla="*/ 231480 w 231120"/>
                <a:gd name="textAreaTop" fmla="*/ 0 h 187560"/>
                <a:gd name="textAreaBottom" fmla="*/ 187920 h 187560"/>
              </a:gdLst>
              <a:ahLst/>
              <a:cxnLst/>
              <a:rect l="textAreaLeft" t="textAreaTop" r="textAreaRight" b="textAreaBottom"/>
              <a:pathLst>
                <a:path w="8373" h="6800">
                  <a:moveTo>
                    <a:pt x="6505" y="1"/>
                  </a:moveTo>
                  <a:lnTo>
                    <a:pt x="6505" y="1"/>
                  </a:lnTo>
                  <a:cubicBezTo>
                    <a:pt x="6471" y="2002"/>
                    <a:pt x="6838" y="4004"/>
                    <a:pt x="7505" y="5872"/>
                  </a:cubicBezTo>
                  <a:cubicBezTo>
                    <a:pt x="5998" y="5096"/>
                    <a:pt x="4299" y="4703"/>
                    <a:pt x="2585" y="4703"/>
                  </a:cubicBezTo>
                  <a:cubicBezTo>
                    <a:pt x="1719" y="4703"/>
                    <a:pt x="850" y="4803"/>
                    <a:pt x="0" y="5005"/>
                  </a:cubicBezTo>
                  <a:cubicBezTo>
                    <a:pt x="67" y="5171"/>
                    <a:pt x="167" y="5338"/>
                    <a:pt x="267" y="5505"/>
                  </a:cubicBezTo>
                  <a:cubicBezTo>
                    <a:pt x="1007" y="5353"/>
                    <a:pt x="1765" y="5277"/>
                    <a:pt x="2522" y="5277"/>
                  </a:cubicBezTo>
                  <a:cubicBezTo>
                    <a:pt x="4430" y="5277"/>
                    <a:pt x="6330" y="5760"/>
                    <a:pt x="7906" y="6739"/>
                  </a:cubicBezTo>
                  <a:cubicBezTo>
                    <a:pt x="7962" y="6781"/>
                    <a:pt x="8017" y="6800"/>
                    <a:pt x="8068" y="6800"/>
                  </a:cubicBezTo>
                  <a:cubicBezTo>
                    <a:pt x="8139" y="6800"/>
                    <a:pt x="8201" y="6764"/>
                    <a:pt x="8239" y="6706"/>
                  </a:cubicBezTo>
                  <a:cubicBezTo>
                    <a:pt x="8339" y="6639"/>
                    <a:pt x="8373" y="6506"/>
                    <a:pt x="8339" y="6372"/>
                  </a:cubicBezTo>
                  <a:cubicBezTo>
                    <a:pt x="7505" y="4538"/>
                    <a:pt x="7072" y="2503"/>
                    <a:pt x="7038" y="468"/>
                  </a:cubicBezTo>
                  <a:cubicBezTo>
                    <a:pt x="6872" y="301"/>
                    <a:pt x="6671" y="134"/>
                    <a:pt x="6505" y="1"/>
                  </a:cubicBezTo>
                  <a:close/>
                </a:path>
              </a:pathLst>
            </a:custGeom>
            <a:solidFill>
              <a:srgbClr val="3F3FD8"/>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6" name="Google Shape;227;p32"/>
            <p:cNvSpPr/>
            <p:nvPr/>
          </p:nvSpPr>
          <p:spPr>
            <a:xfrm>
              <a:off x="8226000" y="3785400"/>
              <a:ext cx="406800" cy="317520"/>
            </a:xfrm>
            <a:custGeom>
              <a:avLst/>
              <a:gdLst>
                <a:gd name="textAreaLeft" fmla="*/ 0 w 406800"/>
                <a:gd name="textAreaRight" fmla="*/ 407160 w 406800"/>
                <a:gd name="textAreaTop" fmla="*/ 0 h 317520"/>
                <a:gd name="textAreaBottom" fmla="*/ 317880 h 317520"/>
              </a:gdLst>
              <a:ahLst/>
              <a:cxnLst/>
              <a:rect l="textAreaLeft" t="textAreaTop" r="textAreaRight" b="textAreaBottom"/>
              <a:pathLst>
                <a:path w="14745" h="11509">
                  <a:moveTo>
                    <a:pt x="12209" y="0"/>
                  </a:moveTo>
                  <a:cubicBezTo>
                    <a:pt x="11809" y="3570"/>
                    <a:pt x="12342" y="7339"/>
                    <a:pt x="13743" y="10541"/>
                  </a:cubicBezTo>
                  <a:cubicBezTo>
                    <a:pt x="10968" y="9033"/>
                    <a:pt x="7820" y="8270"/>
                    <a:pt x="4740" y="8270"/>
                  </a:cubicBezTo>
                  <a:cubicBezTo>
                    <a:pt x="3120" y="8270"/>
                    <a:pt x="1518" y="8481"/>
                    <a:pt x="0" y="8907"/>
                  </a:cubicBezTo>
                  <a:cubicBezTo>
                    <a:pt x="34" y="9074"/>
                    <a:pt x="67" y="9240"/>
                    <a:pt x="134" y="9441"/>
                  </a:cubicBezTo>
                  <a:cubicBezTo>
                    <a:pt x="1607" y="9029"/>
                    <a:pt x="3161" y="8825"/>
                    <a:pt x="4734" y="8825"/>
                  </a:cubicBezTo>
                  <a:cubicBezTo>
                    <a:pt x="8006" y="8825"/>
                    <a:pt x="11360" y="9708"/>
                    <a:pt x="14244" y="11442"/>
                  </a:cubicBezTo>
                  <a:cubicBezTo>
                    <a:pt x="14344" y="11509"/>
                    <a:pt x="14377" y="11509"/>
                    <a:pt x="14410" y="11509"/>
                  </a:cubicBezTo>
                  <a:cubicBezTo>
                    <a:pt x="14511" y="11509"/>
                    <a:pt x="14544" y="11475"/>
                    <a:pt x="14644" y="11409"/>
                  </a:cubicBezTo>
                  <a:cubicBezTo>
                    <a:pt x="14711" y="11342"/>
                    <a:pt x="14744" y="11209"/>
                    <a:pt x="14677" y="11075"/>
                  </a:cubicBezTo>
                  <a:cubicBezTo>
                    <a:pt x="13009" y="7873"/>
                    <a:pt x="12376" y="4003"/>
                    <a:pt x="12743" y="301"/>
                  </a:cubicBezTo>
                  <a:cubicBezTo>
                    <a:pt x="12576" y="167"/>
                    <a:pt x="12409" y="67"/>
                    <a:pt x="12209" y="0"/>
                  </a:cubicBezTo>
                  <a:close/>
                </a:path>
              </a:pathLst>
            </a:custGeom>
            <a:solidFill>
              <a:srgbClr val="3F3FD8"/>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 name="Google Shape;228;p32"/>
            <p:cNvSpPr/>
            <p:nvPr/>
          </p:nvSpPr>
          <p:spPr>
            <a:xfrm>
              <a:off x="8422200" y="3976200"/>
              <a:ext cx="307440" cy="245520"/>
            </a:xfrm>
            <a:custGeom>
              <a:avLst/>
              <a:gdLst>
                <a:gd name="textAreaLeft" fmla="*/ 0 w 307440"/>
                <a:gd name="textAreaRight" fmla="*/ 307800 w 307440"/>
                <a:gd name="textAreaTop" fmla="*/ 0 h 245520"/>
                <a:gd name="textAreaBottom" fmla="*/ 245880 h 245520"/>
              </a:gdLst>
              <a:ahLst/>
              <a:cxnLst/>
              <a:rect l="textAreaLeft" t="textAreaTop" r="textAreaRight" b="textAreaBottom"/>
              <a:pathLst>
                <a:path w="11142" h="8907">
                  <a:moveTo>
                    <a:pt x="10641" y="0"/>
                  </a:moveTo>
                  <a:cubicBezTo>
                    <a:pt x="9640" y="2602"/>
                    <a:pt x="9307" y="5438"/>
                    <a:pt x="9674" y="8140"/>
                  </a:cubicBezTo>
                  <a:cubicBezTo>
                    <a:pt x="7806" y="7339"/>
                    <a:pt x="5774" y="6943"/>
                    <a:pt x="3749" y="6943"/>
                  </a:cubicBezTo>
                  <a:cubicBezTo>
                    <a:pt x="2483" y="6943"/>
                    <a:pt x="1219" y="7098"/>
                    <a:pt x="0" y="7406"/>
                  </a:cubicBezTo>
                  <a:cubicBezTo>
                    <a:pt x="67" y="7573"/>
                    <a:pt x="134" y="7773"/>
                    <a:pt x="234" y="7939"/>
                  </a:cubicBezTo>
                  <a:cubicBezTo>
                    <a:pt x="1396" y="7637"/>
                    <a:pt x="2597" y="7488"/>
                    <a:pt x="3799" y="7488"/>
                  </a:cubicBezTo>
                  <a:cubicBezTo>
                    <a:pt x="5912" y="7488"/>
                    <a:pt x="8028" y="7947"/>
                    <a:pt x="9941" y="8840"/>
                  </a:cubicBezTo>
                  <a:cubicBezTo>
                    <a:pt x="9974" y="8840"/>
                    <a:pt x="10007" y="8907"/>
                    <a:pt x="10074" y="8907"/>
                  </a:cubicBezTo>
                  <a:cubicBezTo>
                    <a:pt x="10107" y="8907"/>
                    <a:pt x="10208" y="8907"/>
                    <a:pt x="10241" y="8840"/>
                  </a:cubicBezTo>
                  <a:cubicBezTo>
                    <a:pt x="10308" y="8773"/>
                    <a:pt x="10374" y="8673"/>
                    <a:pt x="10374" y="8573"/>
                  </a:cubicBezTo>
                  <a:cubicBezTo>
                    <a:pt x="9907" y="5838"/>
                    <a:pt x="10208" y="3003"/>
                    <a:pt x="11142" y="401"/>
                  </a:cubicBezTo>
                  <a:cubicBezTo>
                    <a:pt x="11041" y="334"/>
                    <a:pt x="10975" y="267"/>
                    <a:pt x="10908" y="234"/>
                  </a:cubicBezTo>
                  <a:cubicBezTo>
                    <a:pt x="10808" y="134"/>
                    <a:pt x="10741" y="67"/>
                    <a:pt x="10641" y="0"/>
                  </a:cubicBezTo>
                  <a:close/>
                </a:path>
              </a:pathLst>
            </a:custGeom>
            <a:solidFill>
              <a:srgbClr val="3F3FD8"/>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8" name="Google Shape;229;p32"/>
            <p:cNvSpPr/>
            <p:nvPr/>
          </p:nvSpPr>
          <p:spPr>
            <a:xfrm>
              <a:off x="8582760" y="3372480"/>
              <a:ext cx="488880" cy="897120"/>
            </a:xfrm>
            <a:custGeom>
              <a:avLst/>
              <a:gdLst>
                <a:gd name="textAreaLeft" fmla="*/ 0 w 488880"/>
                <a:gd name="textAreaRight" fmla="*/ 489240 w 488880"/>
                <a:gd name="textAreaTop" fmla="*/ 0 h 897120"/>
                <a:gd name="textAreaBottom" fmla="*/ 897480 h 897120"/>
              </a:gdLst>
              <a:ahLst/>
              <a:cxnLst/>
              <a:rect l="textAreaLeft" t="textAreaTop" r="textAreaRight" b="textAreaBottom"/>
              <a:pathLst>
                <a:path w="17714" h="32487">
                  <a:moveTo>
                    <a:pt x="10199" y="1"/>
                  </a:moveTo>
                  <a:cubicBezTo>
                    <a:pt x="8068" y="1"/>
                    <a:pt x="5934" y="1595"/>
                    <a:pt x="5037" y="3632"/>
                  </a:cubicBezTo>
                  <a:cubicBezTo>
                    <a:pt x="3937" y="6101"/>
                    <a:pt x="4270" y="8970"/>
                    <a:pt x="4904" y="11638"/>
                  </a:cubicBezTo>
                  <a:cubicBezTo>
                    <a:pt x="5004" y="12172"/>
                    <a:pt x="5137" y="12772"/>
                    <a:pt x="4837" y="13239"/>
                  </a:cubicBezTo>
                  <a:cubicBezTo>
                    <a:pt x="4470" y="13806"/>
                    <a:pt x="3636" y="13806"/>
                    <a:pt x="2969" y="14006"/>
                  </a:cubicBezTo>
                  <a:cubicBezTo>
                    <a:pt x="734" y="14674"/>
                    <a:pt x="0" y="17742"/>
                    <a:pt x="801" y="19944"/>
                  </a:cubicBezTo>
                  <a:cubicBezTo>
                    <a:pt x="1602" y="22146"/>
                    <a:pt x="3336" y="23847"/>
                    <a:pt x="4604" y="25848"/>
                  </a:cubicBezTo>
                  <a:cubicBezTo>
                    <a:pt x="5838" y="27850"/>
                    <a:pt x="6605" y="30585"/>
                    <a:pt x="5237" y="32486"/>
                  </a:cubicBezTo>
                  <a:cubicBezTo>
                    <a:pt x="9007" y="29151"/>
                    <a:pt x="12609" y="25448"/>
                    <a:pt x="15712" y="21312"/>
                  </a:cubicBezTo>
                  <a:cubicBezTo>
                    <a:pt x="16445" y="20411"/>
                    <a:pt x="17146" y="19410"/>
                    <a:pt x="17446" y="18276"/>
                  </a:cubicBezTo>
                  <a:cubicBezTo>
                    <a:pt x="17713" y="17142"/>
                    <a:pt x="17546" y="15808"/>
                    <a:pt x="16779" y="14974"/>
                  </a:cubicBezTo>
                  <a:cubicBezTo>
                    <a:pt x="15978" y="14173"/>
                    <a:pt x="14778" y="13906"/>
                    <a:pt x="14110" y="13006"/>
                  </a:cubicBezTo>
                  <a:cubicBezTo>
                    <a:pt x="12976" y="11605"/>
                    <a:pt x="13944" y="9603"/>
                    <a:pt x="14444" y="7835"/>
                  </a:cubicBezTo>
                  <a:cubicBezTo>
                    <a:pt x="15278" y="5000"/>
                    <a:pt x="14444" y="1297"/>
                    <a:pt x="11642" y="263"/>
                  </a:cubicBezTo>
                  <a:cubicBezTo>
                    <a:pt x="11171" y="84"/>
                    <a:pt x="10685" y="1"/>
                    <a:pt x="10199"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 name="Google Shape;230;p32"/>
            <p:cNvSpPr/>
            <p:nvPr/>
          </p:nvSpPr>
          <p:spPr>
            <a:xfrm>
              <a:off x="8726400" y="3371400"/>
              <a:ext cx="176400" cy="896400"/>
            </a:xfrm>
            <a:custGeom>
              <a:avLst/>
              <a:gdLst>
                <a:gd name="textAreaLeft" fmla="*/ 0 w 176400"/>
                <a:gd name="textAreaRight" fmla="*/ 176760 w 176400"/>
                <a:gd name="textAreaTop" fmla="*/ 0 h 896400"/>
                <a:gd name="textAreaBottom" fmla="*/ 896760 h 896400"/>
              </a:gdLst>
              <a:ahLst/>
              <a:cxnLst/>
              <a:rect l="textAreaLeft" t="textAreaTop" r="textAreaRight" b="textAreaBottom"/>
              <a:pathLst>
                <a:path w="6405" h="32457">
                  <a:moveTo>
                    <a:pt x="5404" y="0"/>
                  </a:moveTo>
                  <a:cubicBezTo>
                    <a:pt x="5404" y="33"/>
                    <a:pt x="5337" y="100"/>
                    <a:pt x="5337" y="134"/>
                  </a:cubicBezTo>
                  <a:cubicBezTo>
                    <a:pt x="5804" y="10441"/>
                    <a:pt x="4236" y="20882"/>
                    <a:pt x="734" y="30555"/>
                  </a:cubicBezTo>
                  <a:cubicBezTo>
                    <a:pt x="634" y="31222"/>
                    <a:pt x="434" y="31890"/>
                    <a:pt x="0" y="32457"/>
                  </a:cubicBezTo>
                  <a:cubicBezTo>
                    <a:pt x="300" y="32190"/>
                    <a:pt x="601" y="31890"/>
                    <a:pt x="901" y="31656"/>
                  </a:cubicBezTo>
                  <a:cubicBezTo>
                    <a:pt x="4703" y="21682"/>
                    <a:pt x="6405" y="10808"/>
                    <a:pt x="5938" y="134"/>
                  </a:cubicBezTo>
                  <a:cubicBezTo>
                    <a:pt x="5771" y="33"/>
                    <a:pt x="5571" y="33"/>
                    <a:pt x="5404" y="0"/>
                  </a:cubicBezTo>
                  <a:close/>
                </a:path>
              </a:pathLst>
            </a:custGeom>
            <a:solidFill>
              <a:srgbClr val="7789F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 name="Google Shape;231;p32"/>
            <p:cNvSpPr/>
            <p:nvPr/>
          </p:nvSpPr>
          <p:spPr>
            <a:xfrm>
              <a:off x="8728200" y="3446280"/>
              <a:ext cx="261360" cy="282600"/>
            </a:xfrm>
            <a:custGeom>
              <a:avLst/>
              <a:gdLst>
                <a:gd name="textAreaLeft" fmla="*/ 0 w 261360"/>
                <a:gd name="textAreaRight" fmla="*/ 261720 w 261360"/>
                <a:gd name="textAreaTop" fmla="*/ 0 h 282600"/>
                <a:gd name="textAreaBottom" fmla="*/ 282960 h 282600"/>
              </a:gdLst>
              <a:ahLst/>
              <a:cxnLst/>
              <a:rect l="textAreaLeft" t="textAreaTop" r="textAreaRight" b="textAreaBottom"/>
              <a:pathLst>
                <a:path w="9475" h="10241">
                  <a:moveTo>
                    <a:pt x="301" y="0"/>
                  </a:moveTo>
                  <a:cubicBezTo>
                    <a:pt x="168" y="167"/>
                    <a:pt x="68" y="334"/>
                    <a:pt x="1" y="500"/>
                  </a:cubicBezTo>
                  <a:cubicBezTo>
                    <a:pt x="2169" y="2902"/>
                    <a:pt x="3870" y="6171"/>
                    <a:pt x="4904" y="10007"/>
                  </a:cubicBezTo>
                  <a:cubicBezTo>
                    <a:pt x="4904" y="10141"/>
                    <a:pt x="5004" y="10241"/>
                    <a:pt x="5138" y="10241"/>
                  </a:cubicBezTo>
                  <a:cubicBezTo>
                    <a:pt x="5238" y="10241"/>
                    <a:pt x="5371" y="10174"/>
                    <a:pt x="5405" y="10107"/>
                  </a:cubicBezTo>
                  <a:cubicBezTo>
                    <a:pt x="6505" y="8139"/>
                    <a:pt x="7840" y="6171"/>
                    <a:pt x="9341" y="4336"/>
                  </a:cubicBezTo>
                  <a:lnTo>
                    <a:pt x="9474" y="3336"/>
                  </a:lnTo>
                  <a:lnTo>
                    <a:pt x="9474" y="3336"/>
                  </a:lnTo>
                  <a:cubicBezTo>
                    <a:pt x="7873" y="5170"/>
                    <a:pt x="6405" y="7239"/>
                    <a:pt x="5238" y="9240"/>
                  </a:cubicBezTo>
                  <a:cubicBezTo>
                    <a:pt x="4404" y="6405"/>
                    <a:pt x="2903" y="2802"/>
                    <a:pt x="301" y="0"/>
                  </a:cubicBezTo>
                  <a:close/>
                </a:path>
              </a:pathLst>
            </a:custGeom>
            <a:solidFill>
              <a:srgbClr val="7789F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 name="Google Shape;232;p32"/>
            <p:cNvSpPr/>
            <p:nvPr/>
          </p:nvSpPr>
          <p:spPr>
            <a:xfrm>
              <a:off x="8704080" y="3616560"/>
              <a:ext cx="268560" cy="319320"/>
            </a:xfrm>
            <a:custGeom>
              <a:avLst/>
              <a:gdLst>
                <a:gd name="textAreaLeft" fmla="*/ 0 w 268560"/>
                <a:gd name="textAreaRight" fmla="*/ 268920 w 268560"/>
                <a:gd name="textAreaTop" fmla="*/ 0 h 319320"/>
                <a:gd name="textAreaBottom" fmla="*/ 319680 h 319320"/>
              </a:gdLst>
              <a:ahLst/>
              <a:cxnLst/>
              <a:rect l="textAreaLeft" t="textAreaTop" r="textAreaRight" b="textAreaBottom"/>
              <a:pathLst>
                <a:path w="9741" h="11576">
                  <a:moveTo>
                    <a:pt x="1" y="0"/>
                  </a:moveTo>
                  <a:cubicBezTo>
                    <a:pt x="34" y="300"/>
                    <a:pt x="67" y="601"/>
                    <a:pt x="101" y="934"/>
                  </a:cubicBezTo>
                  <a:cubicBezTo>
                    <a:pt x="2769" y="3669"/>
                    <a:pt x="4404" y="7439"/>
                    <a:pt x="4504" y="11308"/>
                  </a:cubicBezTo>
                  <a:cubicBezTo>
                    <a:pt x="4504" y="11442"/>
                    <a:pt x="4570" y="11575"/>
                    <a:pt x="4704" y="11575"/>
                  </a:cubicBezTo>
                  <a:lnTo>
                    <a:pt x="4737" y="11575"/>
                  </a:lnTo>
                  <a:cubicBezTo>
                    <a:pt x="4871" y="11575"/>
                    <a:pt x="4937" y="11508"/>
                    <a:pt x="5004" y="11408"/>
                  </a:cubicBezTo>
                  <a:cubicBezTo>
                    <a:pt x="6238" y="8840"/>
                    <a:pt x="7839" y="6438"/>
                    <a:pt x="9741" y="4270"/>
                  </a:cubicBezTo>
                  <a:cubicBezTo>
                    <a:pt x="9707" y="4236"/>
                    <a:pt x="9674" y="4170"/>
                    <a:pt x="9674" y="4136"/>
                  </a:cubicBezTo>
                  <a:cubicBezTo>
                    <a:pt x="9574" y="4003"/>
                    <a:pt x="9507" y="3903"/>
                    <a:pt x="9441" y="3769"/>
                  </a:cubicBezTo>
                  <a:cubicBezTo>
                    <a:pt x="7706" y="5738"/>
                    <a:pt x="6205" y="7906"/>
                    <a:pt x="5004" y="10174"/>
                  </a:cubicBezTo>
                  <a:cubicBezTo>
                    <a:pt x="4671" y="6305"/>
                    <a:pt x="2836" y="2635"/>
                    <a:pt x="1" y="0"/>
                  </a:cubicBezTo>
                  <a:close/>
                </a:path>
              </a:pathLst>
            </a:custGeom>
            <a:solidFill>
              <a:srgbClr val="7789F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 name="Google Shape;233;p32"/>
            <p:cNvSpPr/>
            <p:nvPr/>
          </p:nvSpPr>
          <p:spPr>
            <a:xfrm>
              <a:off x="8633160" y="3767760"/>
              <a:ext cx="419040" cy="321120"/>
            </a:xfrm>
            <a:custGeom>
              <a:avLst/>
              <a:gdLst>
                <a:gd name="textAreaLeft" fmla="*/ 0 w 419040"/>
                <a:gd name="textAreaRight" fmla="*/ 419400 w 419040"/>
                <a:gd name="textAreaTop" fmla="*/ 0 h 321120"/>
                <a:gd name="textAreaBottom" fmla="*/ 321480 h 321120"/>
              </a:gdLst>
              <a:ahLst/>
              <a:cxnLst/>
              <a:rect l="textAreaLeft" t="textAreaTop" r="textAreaRight" b="textAreaBottom"/>
              <a:pathLst>
                <a:path w="15178" h="11643">
                  <a:moveTo>
                    <a:pt x="500" y="1"/>
                  </a:moveTo>
                  <a:cubicBezTo>
                    <a:pt x="334" y="101"/>
                    <a:pt x="167" y="201"/>
                    <a:pt x="0" y="334"/>
                  </a:cubicBezTo>
                  <a:cubicBezTo>
                    <a:pt x="3469" y="2936"/>
                    <a:pt x="5704" y="7106"/>
                    <a:pt x="5904" y="11376"/>
                  </a:cubicBezTo>
                  <a:cubicBezTo>
                    <a:pt x="5904" y="11509"/>
                    <a:pt x="5971" y="11642"/>
                    <a:pt x="6104" y="11642"/>
                  </a:cubicBezTo>
                  <a:lnTo>
                    <a:pt x="6171" y="11642"/>
                  </a:lnTo>
                  <a:cubicBezTo>
                    <a:pt x="6271" y="11642"/>
                    <a:pt x="6405" y="11609"/>
                    <a:pt x="6438" y="11476"/>
                  </a:cubicBezTo>
                  <a:cubicBezTo>
                    <a:pt x="8606" y="7473"/>
                    <a:pt x="11608" y="3937"/>
                    <a:pt x="15178" y="1101"/>
                  </a:cubicBezTo>
                  <a:cubicBezTo>
                    <a:pt x="15111" y="935"/>
                    <a:pt x="14977" y="801"/>
                    <a:pt x="14844" y="668"/>
                  </a:cubicBezTo>
                  <a:cubicBezTo>
                    <a:pt x="11442" y="3336"/>
                    <a:pt x="8573" y="6672"/>
                    <a:pt x="6405" y="10442"/>
                  </a:cubicBezTo>
                  <a:cubicBezTo>
                    <a:pt x="5971" y="6372"/>
                    <a:pt x="3769" y="2502"/>
                    <a:pt x="500" y="1"/>
                  </a:cubicBezTo>
                  <a:close/>
                </a:path>
              </a:pathLst>
            </a:custGeom>
            <a:solidFill>
              <a:srgbClr val="7789F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 name="Google Shape;234;p32"/>
            <p:cNvSpPr/>
            <p:nvPr/>
          </p:nvSpPr>
          <p:spPr>
            <a:xfrm>
              <a:off x="8755920" y="3820680"/>
              <a:ext cx="547200" cy="473040"/>
            </a:xfrm>
            <a:custGeom>
              <a:avLst/>
              <a:gdLst>
                <a:gd name="textAreaLeft" fmla="*/ 0 w 547200"/>
                <a:gd name="textAreaRight" fmla="*/ 547560 w 547200"/>
                <a:gd name="textAreaTop" fmla="*/ 0 h 473040"/>
                <a:gd name="textAreaBottom" fmla="*/ 473400 h 473040"/>
              </a:gdLst>
              <a:ahLst/>
              <a:cxnLst/>
              <a:rect l="textAreaLeft" t="textAreaTop" r="textAreaRight" b="textAreaBottom"/>
              <a:pathLst>
                <a:path w="19815" h="17137">
                  <a:moveTo>
                    <a:pt x="18053" y="1"/>
                  </a:moveTo>
                  <a:cubicBezTo>
                    <a:pt x="13772" y="1"/>
                    <a:pt x="9460" y="1575"/>
                    <a:pt x="6205" y="4361"/>
                  </a:cubicBezTo>
                  <a:cubicBezTo>
                    <a:pt x="2536" y="7530"/>
                    <a:pt x="201" y="12267"/>
                    <a:pt x="1" y="17137"/>
                  </a:cubicBezTo>
                  <a:cubicBezTo>
                    <a:pt x="4837" y="15469"/>
                    <a:pt x="9240" y="14068"/>
                    <a:pt x="12976" y="11399"/>
                  </a:cubicBezTo>
                  <a:cubicBezTo>
                    <a:pt x="16646" y="8731"/>
                    <a:pt x="19514" y="4628"/>
                    <a:pt x="19815" y="91"/>
                  </a:cubicBezTo>
                  <a:cubicBezTo>
                    <a:pt x="19230" y="31"/>
                    <a:pt x="18642" y="1"/>
                    <a:pt x="18053"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 name="Google Shape;235;p32"/>
            <p:cNvSpPr/>
            <p:nvPr/>
          </p:nvSpPr>
          <p:spPr>
            <a:xfrm>
              <a:off x="9046080" y="3839760"/>
              <a:ext cx="205920" cy="185040"/>
            </a:xfrm>
            <a:custGeom>
              <a:avLst/>
              <a:gdLst>
                <a:gd name="textAreaLeft" fmla="*/ 0 w 205920"/>
                <a:gd name="textAreaRight" fmla="*/ 206280 w 205920"/>
                <a:gd name="textAreaTop" fmla="*/ 0 h 185040"/>
                <a:gd name="textAreaBottom" fmla="*/ 185400 h 185040"/>
              </a:gdLst>
              <a:ahLst/>
              <a:cxnLst/>
              <a:rect l="textAreaLeft" t="textAreaTop" r="textAreaRight" b="textAreaBottom"/>
              <a:pathLst>
                <a:path w="7473" h="6707">
                  <a:moveTo>
                    <a:pt x="2669" y="1"/>
                  </a:moveTo>
                  <a:lnTo>
                    <a:pt x="2669" y="1"/>
                  </a:lnTo>
                  <a:cubicBezTo>
                    <a:pt x="2468" y="34"/>
                    <a:pt x="2302" y="101"/>
                    <a:pt x="2068" y="167"/>
                  </a:cubicBezTo>
                  <a:cubicBezTo>
                    <a:pt x="2035" y="2269"/>
                    <a:pt x="1067" y="4604"/>
                    <a:pt x="67" y="6272"/>
                  </a:cubicBezTo>
                  <a:cubicBezTo>
                    <a:pt x="0" y="6405"/>
                    <a:pt x="33" y="6539"/>
                    <a:pt x="133" y="6605"/>
                  </a:cubicBezTo>
                  <a:cubicBezTo>
                    <a:pt x="177" y="6670"/>
                    <a:pt x="247" y="6707"/>
                    <a:pt x="328" y="6707"/>
                  </a:cubicBezTo>
                  <a:cubicBezTo>
                    <a:pt x="373" y="6707"/>
                    <a:pt x="420" y="6696"/>
                    <a:pt x="467" y="6672"/>
                  </a:cubicBezTo>
                  <a:cubicBezTo>
                    <a:pt x="1749" y="5970"/>
                    <a:pt x="3488" y="5549"/>
                    <a:pt x="5225" y="5549"/>
                  </a:cubicBezTo>
                  <a:cubicBezTo>
                    <a:pt x="5883" y="5549"/>
                    <a:pt x="6540" y="5610"/>
                    <a:pt x="7172" y="5738"/>
                  </a:cubicBezTo>
                  <a:cubicBezTo>
                    <a:pt x="7305" y="5571"/>
                    <a:pt x="7372" y="5404"/>
                    <a:pt x="7472" y="5238"/>
                  </a:cubicBezTo>
                  <a:cubicBezTo>
                    <a:pt x="6720" y="5064"/>
                    <a:pt x="5935" y="4983"/>
                    <a:pt x="5153" y="4983"/>
                  </a:cubicBezTo>
                  <a:cubicBezTo>
                    <a:pt x="3682" y="4983"/>
                    <a:pt x="2221" y="5270"/>
                    <a:pt x="1001" y="5771"/>
                  </a:cubicBezTo>
                  <a:cubicBezTo>
                    <a:pt x="1668" y="4504"/>
                    <a:pt x="2635" y="2269"/>
                    <a:pt x="2669" y="1"/>
                  </a:cubicBezTo>
                  <a:close/>
                </a:path>
              </a:pathLst>
            </a:custGeom>
            <a:solidFill>
              <a:srgbClr val="3F3FD8"/>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 name="Google Shape;236;p32"/>
            <p:cNvSpPr/>
            <p:nvPr/>
          </p:nvSpPr>
          <p:spPr>
            <a:xfrm>
              <a:off x="8756640" y="3832200"/>
              <a:ext cx="544320" cy="461160"/>
            </a:xfrm>
            <a:custGeom>
              <a:avLst/>
              <a:gdLst>
                <a:gd name="textAreaLeft" fmla="*/ 0 w 544320"/>
                <a:gd name="textAreaRight" fmla="*/ 544680 w 544320"/>
                <a:gd name="textAreaTop" fmla="*/ 0 h 461160"/>
                <a:gd name="textAreaBottom" fmla="*/ 461520 h 461160"/>
              </a:gdLst>
              <a:ahLst/>
              <a:cxnLst/>
              <a:rect l="textAreaLeft" t="textAreaTop" r="textAreaRight" b="textAreaBottom"/>
              <a:pathLst>
                <a:path w="19715" h="16713">
                  <a:moveTo>
                    <a:pt x="19715" y="1"/>
                  </a:moveTo>
                  <a:cubicBezTo>
                    <a:pt x="12376" y="4504"/>
                    <a:pt x="5672" y="10208"/>
                    <a:pt x="1" y="16713"/>
                  </a:cubicBezTo>
                  <a:cubicBezTo>
                    <a:pt x="368" y="16613"/>
                    <a:pt x="701" y="16479"/>
                    <a:pt x="1102" y="16346"/>
                  </a:cubicBezTo>
                  <a:cubicBezTo>
                    <a:pt x="6472" y="10308"/>
                    <a:pt x="12777" y="5004"/>
                    <a:pt x="19648" y="701"/>
                  </a:cubicBezTo>
                  <a:cubicBezTo>
                    <a:pt x="19682" y="468"/>
                    <a:pt x="19715" y="201"/>
                    <a:pt x="1971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 name="Google Shape;237;p32"/>
            <p:cNvSpPr/>
            <p:nvPr/>
          </p:nvSpPr>
          <p:spPr>
            <a:xfrm>
              <a:off x="8881200" y="3899520"/>
              <a:ext cx="216360" cy="273600"/>
            </a:xfrm>
            <a:custGeom>
              <a:avLst/>
              <a:gdLst>
                <a:gd name="textAreaLeft" fmla="*/ 0 w 216360"/>
                <a:gd name="textAreaRight" fmla="*/ 216720 w 216360"/>
                <a:gd name="textAreaTop" fmla="*/ 0 h 273600"/>
                <a:gd name="textAreaBottom" fmla="*/ 273960 h 273600"/>
              </a:gdLst>
              <a:ahLst/>
              <a:cxnLst/>
              <a:rect l="textAreaLeft" t="textAreaTop" r="textAreaRight" b="textAreaBottom"/>
              <a:pathLst>
                <a:path w="7840" h="9920">
                  <a:moveTo>
                    <a:pt x="3769" y="1"/>
                  </a:moveTo>
                  <a:lnTo>
                    <a:pt x="3769" y="1"/>
                  </a:lnTo>
                  <a:cubicBezTo>
                    <a:pt x="3603" y="101"/>
                    <a:pt x="3369" y="234"/>
                    <a:pt x="3202" y="368"/>
                  </a:cubicBezTo>
                  <a:cubicBezTo>
                    <a:pt x="3369" y="3670"/>
                    <a:pt x="2202" y="7206"/>
                    <a:pt x="100" y="9441"/>
                  </a:cubicBezTo>
                  <a:cubicBezTo>
                    <a:pt x="0" y="9541"/>
                    <a:pt x="0" y="9708"/>
                    <a:pt x="33" y="9774"/>
                  </a:cubicBezTo>
                  <a:cubicBezTo>
                    <a:pt x="110" y="9876"/>
                    <a:pt x="206" y="9920"/>
                    <a:pt x="291" y="9920"/>
                  </a:cubicBezTo>
                  <a:cubicBezTo>
                    <a:pt x="318" y="9920"/>
                    <a:pt x="343" y="9916"/>
                    <a:pt x="367" y="9908"/>
                  </a:cubicBezTo>
                  <a:cubicBezTo>
                    <a:pt x="1859" y="9432"/>
                    <a:pt x="3379" y="9181"/>
                    <a:pt x="4845" y="9181"/>
                  </a:cubicBezTo>
                  <a:cubicBezTo>
                    <a:pt x="5641" y="9181"/>
                    <a:pt x="6421" y="9255"/>
                    <a:pt x="7172" y="9408"/>
                  </a:cubicBezTo>
                  <a:cubicBezTo>
                    <a:pt x="7372" y="9274"/>
                    <a:pt x="7639" y="9107"/>
                    <a:pt x="7839" y="8974"/>
                  </a:cubicBezTo>
                  <a:cubicBezTo>
                    <a:pt x="6862" y="8706"/>
                    <a:pt x="5826" y="8572"/>
                    <a:pt x="4762" y="8572"/>
                  </a:cubicBezTo>
                  <a:cubicBezTo>
                    <a:pt x="3573" y="8572"/>
                    <a:pt x="2349" y="8739"/>
                    <a:pt x="1134" y="9074"/>
                  </a:cubicBezTo>
                  <a:cubicBezTo>
                    <a:pt x="3102" y="6606"/>
                    <a:pt x="4036" y="3203"/>
                    <a:pt x="3769" y="1"/>
                  </a:cubicBezTo>
                  <a:close/>
                </a:path>
              </a:pathLst>
            </a:custGeom>
            <a:solidFill>
              <a:srgbClr val="3F3FD8"/>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 name="Google Shape;238;p32"/>
            <p:cNvSpPr/>
            <p:nvPr/>
          </p:nvSpPr>
          <p:spPr>
            <a:xfrm>
              <a:off x="8524440" y="4239360"/>
              <a:ext cx="386640" cy="134280"/>
            </a:xfrm>
            <a:custGeom>
              <a:avLst/>
              <a:gdLst>
                <a:gd name="textAreaLeft" fmla="*/ 0 w 386640"/>
                <a:gd name="textAreaRight" fmla="*/ 387000 w 386640"/>
                <a:gd name="textAreaTop" fmla="*/ 0 h 134280"/>
                <a:gd name="textAreaBottom" fmla="*/ 134640 h 134280"/>
              </a:gdLst>
              <a:ahLst/>
              <a:cxnLst/>
              <a:rect l="textAreaLeft" t="textAreaTop" r="textAreaRight" b="textAreaBottom"/>
              <a:pathLst>
                <a:path w="14011" h="4877">
                  <a:moveTo>
                    <a:pt x="7150" y="0"/>
                  </a:moveTo>
                  <a:cubicBezTo>
                    <a:pt x="4344" y="0"/>
                    <a:pt x="1440" y="1108"/>
                    <a:pt x="1" y="3743"/>
                  </a:cubicBezTo>
                  <a:cubicBezTo>
                    <a:pt x="1702" y="4410"/>
                    <a:pt x="4204" y="4877"/>
                    <a:pt x="7039" y="4877"/>
                  </a:cubicBezTo>
                  <a:cubicBezTo>
                    <a:pt x="9775" y="4877"/>
                    <a:pt x="12276" y="4443"/>
                    <a:pt x="14011" y="3776"/>
                  </a:cubicBezTo>
                  <a:cubicBezTo>
                    <a:pt x="13777" y="2775"/>
                    <a:pt x="12943" y="1875"/>
                    <a:pt x="12043" y="1274"/>
                  </a:cubicBezTo>
                  <a:cubicBezTo>
                    <a:pt x="10734" y="463"/>
                    <a:pt x="8962" y="0"/>
                    <a:pt x="7150"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7320" bIns="67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 name="Google Shape;239;p32"/>
            <p:cNvSpPr/>
            <p:nvPr/>
          </p:nvSpPr>
          <p:spPr>
            <a:xfrm>
              <a:off x="8445240" y="3492000"/>
              <a:ext cx="299160" cy="803520"/>
            </a:xfrm>
            <a:custGeom>
              <a:avLst/>
              <a:gdLst>
                <a:gd name="textAreaLeft" fmla="*/ 0 w 299160"/>
                <a:gd name="textAreaRight" fmla="*/ 299520 w 299160"/>
                <a:gd name="textAreaTop" fmla="*/ 0 h 803520"/>
                <a:gd name="textAreaBottom" fmla="*/ 803880 h 803520"/>
              </a:gdLst>
              <a:ahLst/>
              <a:cxnLst/>
              <a:rect l="textAreaLeft" t="textAreaTop" r="textAreaRight" b="textAreaBottom"/>
              <a:pathLst>
                <a:path w="10842" h="29095">
                  <a:moveTo>
                    <a:pt x="287" y="0"/>
                  </a:moveTo>
                  <a:cubicBezTo>
                    <a:pt x="269" y="0"/>
                    <a:pt x="252" y="2"/>
                    <a:pt x="234" y="7"/>
                  </a:cubicBezTo>
                  <a:cubicBezTo>
                    <a:pt x="100" y="107"/>
                    <a:pt x="0" y="240"/>
                    <a:pt x="67" y="407"/>
                  </a:cubicBezTo>
                  <a:lnTo>
                    <a:pt x="10274" y="28928"/>
                  </a:lnTo>
                  <a:cubicBezTo>
                    <a:pt x="10308" y="28994"/>
                    <a:pt x="10408" y="29094"/>
                    <a:pt x="10541" y="29094"/>
                  </a:cubicBezTo>
                  <a:lnTo>
                    <a:pt x="10641" y="29094"/>
                  </a:lnTo>
                  <a:cubicBezTo>
                    <a:pt x="10775" y="28994"/>
                    <a:pt x="10841" y="28861"/>
                    <a:pt x="10808" y="28694"/>
                  </a:cubicBezTo>
                  <a:lnTo>
                    <a:pt x="601" y="174"/>
                  </a:lnTo>
                  <a:cubicBezTo>
                    <a:pt x="514" y="87"/>
                    <a:pt x="402" y="0"/>
                    <a:pt x="287" y="0"/>
                  </a:cubicBezTo>
                  <a:close/>
                </a:path>
              </a:pathLst>
            </a:custGeom>
            <a:solidFill>
              <a:srgbClr val="92F7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 name="Google Shape;240;p32"/>
            <p:cNvSpPr/>
            <p:nvPr/>
          </p:nvSpPr>
          <p:spPr>
            <a:xfrm>
              <a:off x="8389080" y="3447000"/>
              <a:ext cx="174600" cy="335160"/>
            </a:xfrm>
            <a:custGeom>
              <a:avLst/>
              <a:gdLst>
                <a:gd name="textAreaLeft" fmla="*/ 0 w 174600"/>
                <a:gd name="textAreaRight" fmla="*/ 174960 w 174600"/>
                <a:gd name="textAreaTop" fmla="*/ 0 h 335160"/>
                <a:gd name="textAreaBottom" fmla="*/ 335520 h 335160"/>
              </a:gdLst>
              <a:ahLst/>
              <a:cxnLst/>
              <a:rect l="textAreaLeft" t="textAreaTop" r="textAreaRight" b="textAreaBottom"/>
              <a:pathLst>
                <a:path w="6339" h="12148">
                  <a:moveTo>
                    <a:pt x="1813" y="0"/>
                  </a:moveTo>
                  <a:cubicBezTo>
                    <a:pt x="1651" y="0"/>
                    <a:pt x="1490" y="23"/>
                    <a:pt x="1335" y="72"/>
                  </a:cubicBezTo>
                  <a:cubicBezTo>
                    <a:pt x="668" y="272"/>
                    <a:pt x="267" y="939"/>
                    <a:pt x="134" y="1640"/>
                  </a:cubicBezTo>
                  <a:cubicBezTo>
                    <a:pt x="0" y="2374"/>
                    <a:pt x="167" y="3074"/>
                    <a:pt x="367" y="3741"/>
                  </a:cubicBezTo>
                  <a:cubicBezTo>
                    <a:pt x="1435" y="7077"/>
                    <a:pt x="3503" y="10046"/>
                    <a:pt x="6272" y="12147"/>
                  </a:cubicBezTo>
                  <a:cubicBezTo>
                    <a:pt x="6338" y="8945"/>
                    <a:pt x="5771" y="5409"/>
                    <a:pt x="4303" y="2240"/>
                  </a:cubicBezTo>
                  <a:cubicBezTo>
                    <a:pt x="4037" y="1607"/>
                    <a:pt x="3703" y="1039"/>
                    <a:pt x="3203" y="572"/>
                  </a:cubicBezTo>
                  <a:cubicBezTo>
                    <a:pt x="2825" y="220"/>
                    <a:pt x="2313" y="0"/>
                    <a:pt x="181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 name="Google Shape;241;p32"/>
            <p:cNvSpPr/>
            <p:nvPr/>
          </p:nvSpPr>
          <p:spPr>
            <a:xfrm>
              <a:off x="8356680" y="3780720"/>
              <a:ext cx="241200" cy="160200"/>
            </a:xfrm>
            <a:custGeom>
              <a:avLst/>
              <a:gdLst>
                <a:gd name="textAreaLeft" fmla="*/ 0 w 241200"/>
                <a:gd name="textAreaRight" fmla="*/ 241560 w 241200"/>
                <a:gd name="textAreaTop" fmla="*/ 0 h 160200"/>
                <a:gd name="textAreaBottom" fmla="*/ 160560 h 160200"/>
              </a:gdLst>
              <a:ahLst/>
              <a:cxnLst/>
              <a:rect l="textAreaLeft" t="textAreaTop" r="textAreaRight" b="textAreaBottom"/>
              <a:pathLst>
                <a:path w="8741" h="5807">
                  <a:moveTo>
                    <a:pt x="1713" y="0"/>
                  </a:moveTo>
                  <a:cubicBezTo>
                    <a:pt x="1676" y="0"/>
                    <a:pt x="1639" y="1"/>
                    <a:pt x="1602" y="3"/>
                  </a:cubicBezTo>
                  <a:cubicBezTo>
                    <a:pt x="801" y="69"/>
                    <a:pt x="1" y="703"/>
                    <a:pt x="1" y="1504"/>
                  </a:cubicBezTo>
                  <a:cubicBezTo>
                    <a:pt x="1" y="2371"/>
                    <a:pt x="835" y="2971"/>
                    <a:pt x="1602" y="3372"/>
                  </a:cubicBezTo>
                  <a:cubicBezTo>
                    <a:pt x="3970" y="4673"/>
                    <a:pt x="6472" y="5540"/>
                    <a:pt x="8740" y="5807"/>
                  </a:cubicBezTo>
                  <a:cubicBezTo>
                    <a:pt x="7640" y="3672"/>
                    <a:pt x="5938" y="1871"/>
                    <a:pt x="3837" y="670"/>
                  </a:cubicBezTo>
                  <a:cubicBezTo>
                    <a:pt x="3169" y="320"/>
                    <a:pt x="2471" y="0"/>
                    <a:pt x="171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80280" bIns="80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 name="Google Shape;242;p32"/>
            <p:cNvSpPr/>
            <p:nvPr/>
          </p:nvSpPr>
          <p:spPr>
            <a:xfrm>
              <a:off x="8598240" y="3613680"/>
              <a:ext cx="101160" cy="340920"/>
            </a:xfrm>
            <a:custGeom>
              <a:avLst/>
              <a:gdLst>
                <a:gd name="textAreaLeft" fmla="*/ 0 w 101160"/>
                <a:gd name="textAreaRight" fmla="*/ 101520 w 101160"/>
                <a:gd name="textAreaTop" fmla="*/ 0 h 340920"/>
                <a:gd name="textAreaBottom" fmla="*/ 341280 h 340920"/>
              </a:gdLst>
              <a:ahLst/>
              <a:cxnLst/>
              <a:rect l="textAreaLeft" t="textAreaTop" r="textAreaRight" b="textAreaBottom"/>
              <a:pathLst>
                <a:path w="3670" h="12350">
                  <a:moveTo>
                    <a:pt x="2287" y="0"/>
                  </a:moveTo>
                  <a:cubicBezTo>
                    <a:pt x="1490" y="0"/>
                    <a:pt x="1026" y="982"/>
                    <a:pt x="834" y="1842"/>
                  </a:cubicBezTo>
                  <a:cubicBezTo>
                    <a:pt x="34" y="5244"/>
                    <a:pt x="0" y="8880"/>
                    <a:pt x="668" y="12349"/>
                  </a:cubicBezTo>
                  <a:cubicBezTo>
                    <a:pt x="2536" y="8880"/>
                    <a:pt x="3670" y="5444"/>
                    <a:pt x="3603" y="2075"/>
                  </a:cubicBezTo>
                  <a:cubicBezTo>
                    <a:pt x="3570" y="1208"/>
                    <a:pt x="3269" y="74"/>
                    <a:pt x="2402" y="7"/>
                  </a:cubicBezTo>
                  <a:cubicBezTo>
                    <a:pt x="2363" y="3"/>
                    <a:pt x="2324" y="0"/>
                    <a:pt x="228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 name="Google Shape;243;p32"/>
            <p:cNvSpPr/>
            <p:nvPr/>
          </p:nvSpPr>
          <p:spPr>
            <a:xfrm>
              <a:off x="8386200" y="3985920"/>
              <a:ext cx="299160" cy="185040"/>
            </a:xfrm>
            <a:custGeom>
              <a:avLst/>
              <a:gdLst>
                <a:gd name="textAreaLeft" fmla="*/ 0 w 299160"/>
                <a:gd name="textAreaRight" fmla="*/ 299520 w 299160"/>
                <a:gd name="textAreaTop" fmla="*/ 0 h 185040"/>
                <a:gd name="textAreaBottom" fmla="*/ 185400 h 185040"/>
              </a:gdLst>
              <a:ahLst/>
              <a:cxnLst/>
              <a:rect l="textAreaLeft" t="textAreaTop" r="textAreaRight" b="textAreaBottom"/>
              <a:pathLst>
                <a:path w="10842" h="6714">
                  <a:moveTo>
                    <a:pt x="1730" y="0"/>
                  </a:moveTo>
                  <a:cubicBezTo>
                    <a:pt x="1594" y="0"/>
                    <a:pt x="1462" y="12"/>
                    <a:pt x="1335" y="42"/>
                  </a:cubicBezTo>
                  <a:cubicBezTo>
                    <a:pt x="868" y="108"/>
                    <a:pt x="401" y="409"/>
                    <a:pt x="234" y="876"/>
                  </a:cubicBezTo>
                  <a:cubicBezTo>
                    <a:pt x="0" y="1710"/>
                    <a:pt x="834" y="2443"/>
                    <a:pt x="1568" y="2877"/>
                  </a:cubicBezTo>
                  <a:cubicBezTo>
                    <a:pt x="4504" y="4478"/>
                    <a:pt x="7706" y="5579"/>
                    <a:pt x="10841" y="6713"/>
                  </a:cubicBezTo>
                  <a:cubicBezTo>
                    <a:pt x="9207" y="3544"/>
                    <a:pt x="6205" y="1109"/>
                    <a:pt x="2736" y="142"/>
                  </a:cubicBezTo>
                  <a:cubicBezTo>
                    <a:pt x="2405" y="71"/>
                    <a:pt x="2059" y="0"/>
                    <a:pt x="173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3" name="Google Shape;244;p32"/>
            <p:cNvSpPr/>
            <p:nvPr/>
          </p:nvSpPr>
          <p:spPr>
            <a:xfrm>
              <a:off x="8682120" y="3870000"/>
              <a:ext cx="111240" cy="292680"/>
            </a:xfrm>
            <a:custGeom>
              <a:avLst/>
              <a:gdLst>
                <a:gd name="textAreaLeft" fmla="*/ 0 w 111240"/>
                <a:gd name="textAreaRight" fmla="*/ 111600 w 111240"/>
                <a:gd name="textAreaTop" fmla="*/ 0 h 292680"/>
                <a:gd name="textAreaBottom" fmla="*/ 293040 h 292680"/>
              </a:gdLst>
              <a:ahLst/>
              <a:cxnLst/>
              <a:rect l="textAreaLeft" t="textAreaTop" r="textAreaRight" b="textAreaBottom"/>
              <a:pathLst>
                <a:path w="4038" h="10612">
                  <a:moveTo>
                    <a:pt x="2884" y="1"/>
                  </a:moveTo>
                  <a:cubicBezTo>
                    <a:pt x="2163" y="1"/>
                    <a:pt x="1659" y="799"/>
                    <a:pt x="1402" y="1505"/>
                  </a:cubicBezTo>
                  <a:cubicBezTo>
                    <a:pt x="368" y="4408"/>
                    <a:pt x="1" y="7576"/>
                    <a:pt x="368" y="10612"/>
                  </a:cubicBezTo>
                  <a:cubicBezTo>
                    <a:pt x="2703" y="8310"/>
                    <a:pt x="3904" y="5175"/>
                    <a:pt x="4004" y="2006"/>
                  </a:cubicBezTo>
                  <a:cubicBezTo>
                    <a:pt x="4037" y="1172"/>
                    <a:pt x="3804" y="138"/>
                    <a:pt x="2970" y="4"/>
                  </a:cubicBezTo>
                  <a:cubicBezTo>
                    <a:pt x="2941" y="2"/>
                    <a:pt x="2912" y="1"/>
                    <a:pt x="288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4" name="Google Shape;245;p32"/>
            <p:cNvSpPr/>
            <p:nvPr/>
          </p:nvSpPr>
          <p:spPr>
            <a:xfrm>
              <a:off x="8521920" y="4647960"/>
              <a:ext cx="380160" cy="108360"/>
            </a:xfrm>
            <a:custGeom>
              <a:avLst/>
              <a:gdLst>
                <a:gd name="textAreaLeft" fmla="*/ 0 w 380160"/>
                <a:gd name="textAreaRight" fmla="*/ 380520 w 380160"/>
                <a:gd name="textAreaTop" fmla="*/ 0 h 108360"/>
                <a:gd name="textAreaBottom" fmla="*/ 108720 h 108360"/>
              </a:gdLst>
              <a:ahLst/>
              <a:cxnLst/>
              <a:rect l="textAreaLeft" t="textAreaTop" r="textAreaRight" b="textAreaBottom"/>
              <a:pathLst>
                <a:path w="13778" h="3937">
                  <a:moveTo>
                    <a:pt x="6872" y="1"/>
                  </a:moveTo>
                  <a:cubicBezTo>
                    <a:pt x="3070" y="1"/>
                    <a:pt x="1" y="868"/>
                    <a:pt x="1" y="1969"/>
                  </a:cubicBezTo>
                  <a:cubicBezTo>
                    <a:pt x="1" y="3036"/>
                    <a:pt x="3070" y="3937"/>
                    <a:pt x="6872" y="3937"/>
                  </a:cubicBezTo>
                  <a:cubicBezTo>
                    <a:pt x="10675" y="3937"/>
                    <a:pt x="13777" y="3036"/>
                    <a:pt x="13777" y="1969"/>
                  </a:cubicBezTo>
                  <a:cubicBezTo>
                    <a:pt x="13777" y="868"/>
                    <a:pt x="10675" y="1"/>
                    <a:pt x="6872" y="1"/>
                  </a:cubicBezTo>
                  <a:close/>
                </a:path>
              </a:pathLst>
            </a:custGeom>
            <a:solidFill>
              <a:srgbClr val="3737B7"/>
            </a:solidFill>
            <a:ln w="0">
              <a:noFill/>
            </a:ln>
          </p:spPr>
          <p:style>
            <a:lnRef idx="0">
              <a:scrgbClr r="0" g="0" b="0"/>
            </a:lnRef>
            <a:fillRef idx="0">
              <a:scrgbClr r="0" g="0" b="0"/>
            </a:fillRef>
            <a:effectRef idx="0">
              <a:scrgbClr r="0" g="0" b="0"/>
            </a:effectRef>
            <a:fontRef idx="minor"/>
          </p:style>
          <p:txBody>
            <a:bodyPr tIns="54360" bIns="54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 name="Google Shape;246;p32"/>
            <p:cNvSpPr/>
            <p:nvPr/>
          </p:nvSpPr>
          <p:spPr>
            <a:xfrm>
              <a:off x="8469360" y="4301280"/>
              <a:ext cx="498960" cy="383040"/>
            </a:xfrm>
            <a:custGeom>
              <a:avLst/>
              <a:gdLst>
                <a:gd name="textAreaLeft" fmla="*/ 0 w 498960"/>
                <a:gd name="textAreaRight" fmla="*/ 499320 w 498960"/>
                <a:gd name="textAreaTop" fmla="*/ 0 h 383040"/>
                <a:gd name="textAreaBottom" fmla="*/ 383400 h 383040"/>
              </a:gdLst>
              <a:ahLst/>
              <a:cxnLst/>
              <a:rect l="textAreaLeft" t="textAreaTop" r="textAreaRight" b="textAreaBottom"/>
              <a:pathLst>
                <a:path w="18081" h="13878">
                  <a:moveTo>
                    <a:pt x="0" y="1"/>
                  </a:moveTo>
                  <a:lnTo>
                    <a:pt x="2869" y="10508"/>
                  </a:lnTo>
                  <a:cubicBezTo>
                    <a:pt x="3403" y="12509"/>
                    <a:pt x="5238" y="13877"/>
                    <a:pt x="7339" y="13877"/>
                  </a:cubicBezTo>
                  <a:lnTo>
                    <a:pt x="10741" y="13877"/>
                  </a:lnTo>
                  <a:cubicBezTo>
                    <a:pt x="12843" y="13877"/>
                    <a:pt x="14678" y="12509"/>
                    <a:pt x="15211" y="10508"/>
                  </a:cubicBezTo>
                  <a:lnTo>
                    <a:pt x="18080" y="1"/>
                  </a:lnTo>
                  <a:lnTo>
                    <a:pt x="18080" y="1"/>
                  </a:lnTo>
                  <a:cubicBezTo>
                    <a:pt x="17279" y="1502"/>
                    <a:pt x="13543" y="2636"/>
                    <a:pt x="9040" y="2636"/>
                  </a:cubicBezTo>
                  <a:cubicBezTo>
                    <a:pt x="4537" y="2636"/>
                    <a:pt x="768" y="1502"/>
                    <a:pt x="0"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6" name="Google Shape;247;p32"/>
            <p:cNvSpPr/>
            <p:nvPr/>
          </p:nvSpPr>
          <p:spPr>
            <a:xfrm>
              <a:off x="8469360" y="4299480"/>
              <a:ext cx="313920" cy="383760"/>
            </a:xfrm>
            <a:custGeom>
              <a:avLst/>
              <a:gdLst>
                <a:gd name="textAreaLeft" fmla="*/ 0 w 313920"/>
                <a:gd name="textAreaRight" fmla="*/ 314280 w 313920"/>
                <a:gd name="textAreaTop" fmla="*/ 0 h 383760"/>
                <a:gd name="textAreaBottom" fmla="*/ 384120 h 383760"/>
              </a:gdLst>
              <a:ahLst/>
              <a:cxnLst/>
              <a:rect l="textAreaLeft" t="textAreaTop" r="textAreaRight" b="textAreaBottom"/>
              <a:pathLst>
                <a:path w="11376" h="13911">
                  <a:moveTo>
                    <a:pt x="0" y="1"/>
                  </a:moveTo>
                  <a:lnTo>
                    <a:pt x="2869" y="10542"/>
                  </a:lnTo>
                  <a:cubicBezTo>
                    <a:pt x="3403" y="12543"/>
                    <a:pt x="5238" y="13911"/>
                    <a:pt x="7339" y="13911"/>
                  </a:cubicBezTo>
                  <a:lnTo>
                    <a:pt x="10741" y="13911"/>
                  </a:lnTo>
                  <a:cubicBezTo>
                    <a:pt x="10942" y="13911"/>
                    <a:pt x="11175" y="13911"/>
                    <a:pt x="11375" y="13877"/>
                  </a:cubicBezTo>
                  <a:cubicBezTo>
                    <a:pt x="7773" y="10408"/>
                    <a:pt x="6071" y="5905"/>
                    <a:pt x="5238" y="2369"/>
                  </a:cubicBezTo>
                  <a:cubicBezTo>
                    <a:pt x="2569" y="1936"/>
                    <a:pt x="568" y="1068"/>
                    <a:pt x="0"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7" name="Google Shape;248;p32"/>
            <p:cNvSpPr/>
            <p:nvPr/>
          </p:nvSpPr>
          <p:spPr>
            <a:xfrm>
              <a:off x="6922800" y="4195440"/>
              <a:ext cx="785520" cy="126000"/>
            </a:xfrm>
            <a:custGeom>
              <a:avLst/>
              <a:gdLst>
                <a:gd name="textAreaLeft" fmla="*/ 0 w 785520"/>
                <a:gd name="textAreaRight" fmla="*/ 785880 w 785520"/>
                <a:gd name="textAreaTop" fmla="*/ 0 h 126000"/>
                <a:gd name="textAreaBottom" fmla="*/ 126360 h 126000"/>
              </a:gdLst>
              <a:ahLst/>
              <a:cxnLst/>
              <a:rect l="textAreaLeft" t="textAreaTop" r="textAreaRight" b="textAreaBottom"/>
              <a:pathLst>
                <a:path w="28454" h="4571">
                  <a:moveTo>
                    <a:pt x="0" y="0"/>
                  </a:moveTo>
                  <a:lnTo>
                    <a:pt x="0" y="4570"/>
                  </a:lnTo>
                  <a:lnTo>
                    <a:pt x="28454" y="4570"/>
                  </a:lnTo>
                  <a:lnTo>
                    <a:pt x="28454" y="0"/>
                  </a:lnTo>
                  <a:close/>
                </a:path>
              </a:pathLst>
            </a:custGeom>
            <a:solidFill>
              <a:srgbClr val="FCC5BE"/>
            </a:solidFill>
            <a:ln w="0">
              <a:noFill/>
            </a:ln>
          </p:spPr>
          <p:style>
            <a:lnRef idx="0">
              <a:scrgbClr r="0" g="0" b="0"/>
            </a:lnRef>
            <a:fillRef idx="0">
              <a:scrgbClr r="0" g="0" b="0"/>
            </a:fillRef>
            <a:effectRef idx="0">
              <a:scrgbClr r="0" g="0" b="0"/>
            </a:effectRef>
            <a:fontRef idx="minor"/>
          </p:style>
          <p:txBody>
            <a:bodyPr tIns="63000" bIns="63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8" name="Google Shape;249;p32"/>
            <p:cNvSpPr/>
            <p:nvPr/>
          </p:nvSpPr>
          <p:spPr>
            <a:xfrm>
              <a:off x="6922800" y="4195440"/>
              <a:ext cx="785520" cy="65160"/>
            </a:xfrm>
            <a:custGeom>
              <a:avLst/>
              <a:gdLst>
                <a:gd name="textAreaLeft" fmla="*/ 0 w 785520"/>
                <a:gd name="textAreaRight" fmla="*/ 785880 w 785520"/>
                <a:gd name="textAreaTop" fmla="*/ 0 h 65160"/>
                <a:gd name="textAreaBottom" fmla="*/ 65520 h 65160"/>
              </a:gdLst>
              <a:ahLst/>
              <a:cxnLst/>
              <a:rect l="textAreaLeft" t="textAreaTop" r="textAreaRight" b="textAreaBottom"/>
              <a:pathLst>
                <a:path w="28454" h="2369">
                  <a:moveTo>
                    <a:pt x="0" y="0"/>
                  </a:moveTo>
                  <a:lnTo>
                    <a:pt x="0" y="2369"/>
                  </a:lnTo>
                  <a:lnTo>
                    <a:pt x="28454" y="2369"/>
                  </a:lnTo>
                  <a:lnTo>
                    <a:pt x="28454" y="0"/>
                  </a:lnTo>
                  <a:close/>
                </a:path>
              </a:pathLst>
            </a:custGeom>
            <a:solidFill>
              <a:srgbClr val="FCC5BE"/>
            </a:solidFill>
            <a:ln w="0">
              <a:noFill/>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9" name="Google Shape;250;p32"/>
            <p:cNvSpPr/>
            <p:nvPr/>
          </p:nvSpPr>
          <p:spPr>
            <a:xfrm>
              <a:off x="6701040" y="4284000"/>
              <a:ext cx="1158840" cy="386640"/>
            </a:xfrm>
            <a:custGeom>
              <a:avLst/>
              <a:gdLst>
                <a:gd name="textAreaLeft" fmla="*/ 0 w 1158840"/>
                <a:gd name="textAreaRight" fmla="*/ 1159200 w 1158840"/>
                <a:gd name="textAreaTop" fmla="*/ 0 h 386640"/>
                <a:gd name="textAreaBottom" fmla="*/ 387000 h 386640"/>
              </a:gdLst>
              <a:ahLst/>
              <a:cxnLst/>
              <a:rect l="textAreaLeft" t="textAreaTop" r="textAreaRight" b="textAreaBottom"/>
              <a:pathLst>
                <a:path w="41964" h="14011">
                  <a:moveTo>
                    <a:pt x="8073" y="1"/>
                  </a:moveTo>
                  <a:lnTo>
                    <a:pt x="0" y="14011"/>
                  </a:lnTo>
                  <a:lnTo>
                    <a:pt x="41897" y="14011"/>
                  </a:lnTo>
                  <a:cubicBezTo>
                    <a:pt x="41897" y="14011"/>
                    <a:pt x="41963" y="6672"/>
                    <a:pt x="36459"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 name="Google Shape;251;p32"/>
            <p:cNvSpPr/>
            <p:nvPr/>
          </p:nvSpPr>
          <p:spPr>
            <a:xfrm>
              <a:off x="6148080" y="3768840"/>
              <a:ext cx="729360" cy="825480"/>
            </a:xfrm>
            <a:custGeom>
              <a:avLst/>
              <a:gdLst>
                <a:gd name="textAreaLeft" fmla="*/ 0 w 729360"/>
                <a:gd name="textAreaRight" fmla="*/ 729720 w 729360"/>
                <a:gd name="textAreaTop" fmla="*/ 0 h 825480"/>
                <a:gd name="textAreaBottom" fmla="*/ 825840 h 825480"/>
              </a:gdLst>
              <a:ahLst/>
              <a:cxnLst/>
              <a:rect l="textAreaLeft" t="textAreaTop" r="textAreaRight" b="textAreaBottom"/>
              <a:pathLst>
                <a:path w="26420" h="29889">
                  <a:moveTo>
                    <a:pt x="16279" y="0"/>
                  </a:moveTo>
                  <a:lnTo>
                    <a:pt x="1" y="22550"/>
                  </a:lnTo>
                  <a:lnTo>
                    <a:pt x="10141" y="29888"/>
                  </a:lnTo>
                  <a:lnTo>
                    <a:pt x="26420" y="7339"/>
                  </a:lnTo>
                  <a:lnTo>
                    <a:pt x="16279" y="0"/>
                  </a:lnTo>
                  <a:close/>
                </a:path>
              </a:pathLst>
            </a:custGeom>
            <a:solidFill>
              <a:srgbClr val="FCC5BE"/>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1" name="Google Shape;252;p32"/>
            <p:cNvSpPr/>
            <p:nvPr/>
          </p:nvSpPr>
          <p:spPr>
            <a:xfrm>
              <a:off x="6479640" y="3773160"/>
              <a:ext cx="396000" cy="321120"/>
            </a:xfrm>
            <a:custGeom>
              <a:avLst/>
              <a:gdLst>
                <a:gd name="textAreaLeft" fmla="*/ 0 w 396000"/>
                <a:gd name="textAreaRight" fmla="*/ 396360 w 396000"/>
                <a:gd name="textAreaTop" fmla="*/ 0 h 321120"/>
                <a:gd name="textAreaBottom" fmla="*/ 321480 h 321120"/>
              </a:gdLst>
              <a:ahLst/>
              <a:cxnLst/>
              <a:rect l="textAreaLeft" t="textAreaTop" r="textAreaRight" b="textAreaBottom"/>
              <a:pathLst>
                <a:path w="14344" h="11643">
                  <a:moveTo>
                    <a:pt x="4203" y="1"/>
                  </a:moveTo>
                  <a:lnTo>
                    <a:pt x="0" y="5805"/>
                  </a:lnTo>
                  <a:lnTo>
                    <a:pt x="11208" y="11643"/>
                  </a:lnTo>
                  <a:lnTo>
                    <a:pt x="14344" y="7306"/>
                  </a:lnTo>
                  <a:lnTo>
                    <a:pt x="4203" y="1"/>
                  </a:lnTo>
                  <a:close/>
                </a:path>
              </a:pathLst>
            </a:custGeom>
            <a:solidFill>
              <a:srgbClr val="FCC5BE"/>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2" name="Google Shape;253;p32"/>
            <p:cNvSpPr/>
            <p:nvPr/>
          </p:nvSpPr>
          <p:spPr>
            <a:xfrm>
              <a:off x="7297200" y="2693160"/>
              <a:ext cx="426240" cy="529200"/>
            </a:xfrm>
            <a:custGeom>
              <a:avLst/>
              <a:gdLst>
                <a:gd name="textAreaLeft" fmla="*/ 0 w 426240"/>
                <a:gd name="textAreaRight" fmla="*/ 426600 w 426240"/>
                <a:gd name="textAreaTop" fmla="*/ 0 h 529200"/>
                <a:gd name="textAreaBottom" fmla="*/ 529560 h 529200"/>
              </a:gdLst>
              <a:ahLst/>
              <a:cxnLst/>
              <a:rect l="textAreaLeft" t="textAreaTop" r="textAreaRight" b="textAreaBottom"/>
              <a:pathLst>
                <a:path w="15445" h="19167">
                  <a:moveTo>
                    <a:pt x="10383" y="0"/>
                  </a:moveTo>
                  <a:cubicBezTo>
                    <a:pt x="8118" y="0"/>
                    <a:pt x="4870" y="2632"/>
                    <a:pt x="3069" y="5874"/>
                  </a:cubicBezTo>
                  <a:cubicBezTo>
                    <a:pt x="1234" y="9176"/>
                    <a:pt x="601" y="12979"/>
                    <a:pt x="0" y="16682"/>
                  </a:cubicBezTo>
                  <a:cubicBezTo>
                    <a:pt x="1604" y="18328"/>
                    <a:pt x="3872" y="19167"/>
                    <a:pt x="6145" y="19167"/>
                  </a:cubicBezTo>
                  <a:cubicBezTo>
                    <a:pt x="7511" y="19167"/>
                    <a:pt x="8880" y="18863"/>
                    <a:pt x="10107" y="18250"/>
                  </a:cubicBezTo>
                  <a:cubicBezTo>
                    <a:pt x="13343" y="16648"/>
                    <a:pt x="15445" y="12979"/>
                    <a:pt x="15445" y="9343"/>
                  </a:cubicBezTo>
                  <a:cubicBezTo>
                    <a:pt x="15445" y="5674"/>
                    <a:pt x="13476" y="2171"/>
                    <a:pt x="10508" y="3"/>
                  </a:cubicBezTo>
                  <a:cubicBezTo>
                    <a:pt x="10466" y="1"/>
                    <a:pt x="10425" y="0"/>
                    <a:pt x="10383"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 name="Google Shape;254;p32"/>
            <p:cNvSpPr/>
            <p:nvPr/>
          </p:nvSpPr>
          <p:spPr>
            <a:xfrm>
              <a:off x="6748920" y="2717280"/>
              <a:ext cx="457560" cy="498960"/>
            </a:xfrm>
            <a:custGeom>
              <a:avLst/>
              <a:gdLst>
                <a:gd name="textAreaLeft" fmla="*/ 0 w 457560"/>
                <a:gd name="textAreaRight" fmla="*/ 457920 w 457560"/>
                <a:gd name="textAreaTop" fmla="*/ 0 h 498960"/>
                <a:gd name="textAreaBottom" fmla="*/ 499320 h 498960"/>
              </a:gdLst>
              <a:ahLst/>
              <a:cxnLst/>
              <a:rect l="textAreaLeft" t="textAreaTop" r="textAreaRight" b="textAreaBottom"/>
              <a:pathLst>
                <a:path w="16580" h="18072">
                  <a:moveTo>
                    <a:pt x="2302" y="0"/>
                  </a:moveTo>
                  <a:cubicBezTo>
                    <a:pt x="735" y="3103"/>
                    <a:pt x="1" y="6772"/>
                    <a:pt x="801" y="10141"/>
                  </a:cubicBezTo>
                  <a:cubicBezTo>
                    <a:pt x="1602" y="13510"/>
                    <a:pt x="4070" y="16612"/>
                    <a:pt x="7406" y="17680"/>
                  </a:cubicBezTo>
                  <a:cubicBezTo>
                    <a:pt x="8207" y="17944"/>
                    <a:pt x="9048" y="18072"/>
                    <a:pt x="9889" y="18072"/>
                  </a:cubicBezTo>
                  <a:cubicBezTo>
                    <a:pt x="12551" y="18072"/>
                    <a:pt x="15210" y="16792"/>
                    <a:pt x="16579" y="14511"/>
                  </a:cubicBezTo>
                  <a:cubicBezTo>
                    <a:pt x="14144" y="11976"/>
                    <a:pt x="12776" y="8607"/>
                    <a:pt x="10775" y="5671"/>
                  </a:cubicBezTo>
                  <a:cubicBezTo>
                    <a:pt x="8774" y="2769"/>
                    <a:pt x="5771" y="101"/>
                    <a:pt x="2302"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 name="Google Shape;255;p32"/>
            <p:cNvSpPr/>
            <p:nvPr/>
          </p:nvSpPr>
          <p:spPr>
            <a:xfrm>
              <a:off x="6977160" y="3045240"/>
              <a:ext cx="640080" cy="815040"/>
            </a:xfrm>
            <a:custGeom>
              <a:avLst/>
              <a:gdLst>
                <a:gd name="textAreaLeft" fmla="*/ 0 w 640080"/>
                <a:gd name="textAreaRight" fmla="*/ 640440 w 640080"/>
                <a:gd name="textAreaTop" fmla="*/ 0 h 815040"/>
                <a:gd name="textAreaBottom" fmla="*/ 815400 h 815040"/>
              </a:gdLst>
              <a:ahLst/>
              <a:cxnLst/>
              <a:rect l="textAreaLeft" t="textAreaTop" r="textAreaRight" b="textAreaBottom"/>
              <a:pathLst>
                <a:path w="23184" h="29522">
                  <a:moveTo>
                    <a:pt x="5904" y="1"/>
                  </a:moveTo>
                  <a:lnTo>
                    <a:pt x="4237" y="10008"/>
                  </a:lnTo>
                  <a:lnTo>
                    <a:pt x="0" y="10008"/>
                  </a:lnTo>
                  <a:lnTo>
                    <a:pt x="5037" y="29522"/>
                  </a:lnTo>
                  <a:lnTo>
                    <a:pt x="23183" y="10008"/>
                  </a:lnTo>
                  <a:lnTo>
                    <a:pt x="17313" y="10008"/>
                  </a:lnTo>
                  <a:lnTo>
                    <a:pt x="14077" y="1"/>
                  </a:lnTo>
                  <a:close/>
                </a:path>
              </a:pathLst>
            </a:custGeom>
            <a:solidFill>
              <a:srgbClr val="FCC5BE"/>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5" name="Google Shape;256;p32"/>
            <p:cNvSpPr/>
            <p:nvPr/>
          </p:nvSpPr>
          <p:spPr>
            <a:xfrm>
              <a:off x="7130160" y="3047040"/>
              <a:ext cx="303840" cy="213480"/>
            </a:xfrm>
            <a:custGeom>
              <a:avLst/>
              <a:gdLst>
                <a:gd name="textAreaLeft" fmla="*/ 0 w 303840"/>
                <a:gd name="textAreaRight" fmla="*/ 304200 w 303840"/>
                <a:gd name="textAreaTop" fmla="*/ 0 h 213480"/>
                <a:gd name="textAreaBottom" fmla="*/ 213840 h 213480"/>
              </a:gdLst>
              <a:ahLst/>
              <a:cxnLst/>
              <a:rect l="textAreaLeft" t="textAreaTop" r="textAreaRight" b="textAreaBottom"/>
              <a:pathLst>
                <a:path w="11009" h="7737">
                  <a:moveTo>
                    <a:pt x="367" y="0"/>
                  </a:moveTo>
                  <a:lnTo>
                    <a:pt x="1" y="2369"/>
                  </a:lnTo>
                  <a:cubicBezTo>
                    <a:pt x="1669" y="4919"/>
                    <a:pt x="4675" y="7736"/>
                    <a:pt x="10028" y="7736"/>
                  </a:cubicBezTo>
                  <a:cubicBezTo>
                    <a:pt x="10346" y="7736"/>
                    <a:pt x="10673" y="7726"/>
                    <a:pt x="11008" y="7706"/>
                  </a:cubicBezTo>
                  <a:lnTo>
                    <a:pt x="8540" y="0"/>
                  </a:lnTo>
                  <a:close/>
                </a:path>
              </a:pathLst>
            </a:custGeom>
            <a:solidFill>
              <a:srgbClr val="FCC5BE"/>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 name="Google Shape;257;p32"/>
            <p:cNvSpPr/>
            <p:nvPr/>
          </p:nvSpPr>
          <p:spPr>
            <a:xfrm>
              <a:off x="7106400" y="3045240"/>
              <a:ext cx="511200" cy="423720"/>
            </a:xfrm>
            <a:custGeom>
              <a:avLst/>
              <a:gdLst>
                <a:gd name="textAreaLeft" fmla="*/ 0 w 511200"/>
                <a:gd name="textAreaRight" fmla="*/ 511560 w 511200"/>
                <a:gd name="textAreaTop" fmla="*/ 0 h 423720"/>
                <a:gd name="textAreaBottom" fmla="*/ 424080 h 423720"/>
              </a:gdLst>
              <a:ahLst/>
              <a:cxnLst/>
              <a:rect l="textAreaLeft" t="textAreaTop" r="textAreaRight" b="textAreaBottom"/>
              <a:pathLst>
                <a:path w="18514" h="15345">
                  <a:moveTo>
                    <a:pt x="1234" y="1"/>
                  </a:moveTo>
                  <a:lnTo>
                    <a:pt x="0" y="7439"/>
                  </a:lnTo>
                  <a:lnTo>
                    <a:pt x="13543" y="15345"/>
                  </a:lnTo>
                  <a:lnTo>
                    <a:pt x="18513" y="10008"/>
                  </a:lnTo>
                  <a:lnTo>
                    <a:pt x="12643" y="10008"/>
                  </a:lnTo>
                  <a:lnTo>
                    <a:pt x="9407" y="1"/>
                  </a:lnTo>
                  <a:close/>
                </a:path>
              </a:pathLst>
            </a:custGeom>
            <a:solidFill>
              <a:srgbClr val="FCC5BE"/>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 name="Google Shape;258;p32"/>
            <p:cNvSpPr/>
            <p:nvPr/>
          </p:nvSpPr>
          <p:spPr>
            <a:xfrm>
              <a:off x="6417000" y="3321720"/>
              <a:ext cx="632880" cy="749880"/>
            </a:xfrm>
            <a:custGeom>
              <a:avLst/>
              <a:gdLst>
                <a:gd name="textAreaLeft" fmla="*/ 0 w 632880"/>
                <a:gd name="textAreaRight" fmla="*/ 633240 w 632880"/>
                <a:gd name="textAreaTop" fmla="*/ 0 h 749880"/>
                <a:gd name="textAreaBottom" fmla="*/ 750240 h 749880"/>
              </a:gdLst>
              <a:ahLst/>
              <a:cxnLst/>
              <a:rect l="textAreaLeft" t="textAreaTop" r="textAreaRight" b="textAreaBottom"/>
              <a:pathLst>
                <a:path w="22917" h="27154">
                  <a:moveTo>
                    <a:pt x="18080" y="1"/>
                  </a:moveTo>
                  <a:cubicBezTo>
                    <a:pt x="15811" y="1"/>
                    <a:pt x="13643" y="968"/>
                    <a:pt x="12142" y="2669"/>
                  </a:cubicBezTo>
                  <a:lnTo>
                    <a:pt x="0" y="17647"/>
                  </a:lnTo>
                  <a:lnTo>
                    <a:pt x="17746" y="27154"/>
                  </a:lnTo>
                  <a:lnTo>
                    <a:pt x="22916" y="1"/>
                  </a:lnTo>
                  <a:close/>
                </a:path>
              </a:pathLst>
            </a:custGeom>
            <a:solidFill>
              <a:srgbClr val="3F3FD8"/>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 name="Google Shape;259;p32"/>
            <p:cNvSpPr/>
            <p:nvPr/>
          </p:nvSpPr>
          <p:spPr>
            <a:xfrm>
              <a:off x="6564600" y="3435120"/>
              <a:ext cx="450360" cy="636480"/>
            </a:xfrm>
            <a:custGeom>
              <a:avLst/>
              <a:gdLst>
                <a:gd name="textAreaLeft" fmla="*/ 0 w 450360"/>
                <a:gd name="textAreaRight" fmla="*/ 450720 w 450360"/>
                <a:gd name="textAreaTop" fmla="*/ 0 h 636480"/>
                <a:gd name="textAreaBottom" fmla="*/ 636840 h 636480"/>
              </a:gdLst>
              <a:ahLst/>
              <a:cxnLst/>
              <a:rect l="textAreaLeft" t="textAreaTop" r="textAreaRight" b="textAreaBottom"/>
              <a:pathLst>
                <a:path w="16312" h="23051">
                  <a:moveTo>
                    <a:pt x="14344" y="1"/>
                  </a:moveTo>
                  <a:lnTo>
                    <a:pt x="0" y="16379"/>
                  </a:lnTo>
                  <a:lnTo>
                    <a:pt x="12409" y="23051"/>
                  </a:lnTo>
                  <a:lnTo>
                    <a:pt x="16312" y="2636"/>
                  </a:lnTo>
                  <a:lnTo>
                    <a:pt x="14344" y="1"/>
                  </a:lnTo>
                  <a:close/>
                </a:path>
              </a:pathLst>
            </a:custGeom>
            <a:solidFill>
              <a:srgbClr val="3F3FD8"/>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 name="Google Shape;260;p32"/>
            <p:cNvSpPr/>
            <p:nvPr/>
          </p:nvSpPr>
          <p:spPr>
            <a:xfrm>
              <a:off x="7423200" y="2441880"/>
              <a:ext cx="315720" cy="420840"/>
            </a:xfrm>
            <a:custGeom>
              <a:avLst/>
              <a:gdLst>
                <a:gd name="textAreaLeft" fmla="*/ 0 w 315720"/>
                <a:gd name="textAreaRight" fmla="*/ 316080 w 315720"/>
                <a:gd name="textAreaTop" fmla="*/ 0 h 420840"/>
                <a:gd name="textAreaBottom" fmla="*/ 421200 h 420840"/>
              </a:gdLst>
              <a:ahLst/>
              <a:cxnLst/>
              <a:rect l="textAreaLeft" t="textAreaTop" r="textAreaRight" b="textAreaBottom"/>
              <a:pathLst>
                <a:path w="11447" h="15242">
                  <a:moveTo>
                    <a:pt x="405" y="1"/>
                  </a:moveTo>
                  <a:cubicBezTo>
                    <a:pt x="405" y="1"/>
                    <a:pt x="0" y="15242"/>
                    <a:pt x="3734" y="15242"/>
                  </a:cubicBezTo>
                  <a:cubicBezTo>
                    <a:pt x="4286" y="15242"/>
                    <a:pt x="4928" y="14909"/>
                    <a:pt x="5676" y="14144"/>
                  </a:cubicBezTo>
                  <a:cubicBezTo>
                    <a:pt x="11447" y="8173"/>
                    <a:pt x="5109" y="1635"/>
                    <a:pt x="5109" y="1635"/>
                  </a:cubicBezTo>
                  <a:lnTo>
                    <a:pt x="405" y="1"/>
                  </a:lnTo>
                  <a:close/>
                </a:path>
              </a:pathLst>
            </a:custGeom>
            <a:solidFill>
              <a:srgbClr val="3F3FD8"/>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 name="Google Shape;261;p32"/>
            <p:cNvSpPr/>
            <p:nvPr/>
          </p:nvSpPr>
          <p:spPr>
            <a:xfrm>
              <a:off x="6899040" y="2333160"/>
              <a:ext cx="668520" cy="778320"/>
            </a:xfrm>
            <a:custGeom>
              <a:avLst/>
              <a:gdLst>
                <a:gd name="textAreaLeft" fmla="*/ 0 w 668520"/>
                <a:gd name="textAreaRight" fmla="*/ 668880 w 668520"/>
                <a:gd name="textAreaTop" fmla="*/ 0 h 778320"/>
                <a:gd name="textAreaBottom" fmla="*/ 778680 h 778320"/>
              </a:gdLst>
              <a:ahLst/>
              <a:cxnLst/>
              <a:rect l="textAreaLeft" t="textAreaTop" r="textAreaRight" b="textAreaBottom"/>
              <a:pathLst>
                <a:path w="24219" h="28188">
                  <a:moveTo>
                    <a:pt x="1" y="1"/>
                  </a:moveTo>
                  <a:lnTo>
                    <a:pt x="568" y="17680"/>
                  </a:lnTo>
                  <a:cubicBezTo>
                    <a:pt x="568" y="23451"/>
                    <a:pt x="5271" y="28187"/>
                    <a:pt x="11075" y="28187"/>
                  </a:cubicBezTo>
                  <a:lnTo>
                    <a:pt x="13711" y="28187"/>
                  </a:lnTo>
                  <a:cubicBezTo>
                    <a:pt x="19515" y="28187"/>
                    <a:pt x="24218" y="23517"/>
                    <a:pt x="24185" y="17680"/>
                  </a:cubicBezTo>
                  <a:lnTo>
                    <a:pt x="23584" y="1"/>
                  </a:lnTo>
                  <a:close/>
                </a:path>
              </a:pathLst>
            </a:custGeom>
            <a:solidFill>
              <a:srgbClr val="FCC5BE"/>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 name="Google Shape;262;p32"/>
            <p:cNvSpPr/>
            <p:nvPr/>
          </p:nvSpPr>
          <p:spPr>
            <a:xfrm>
              <a:off x="7284960" y="2748240"/>
              <a:ext cx="53280" cy="164880"/>
            </a:xfrm>
            <a:custGeom>
              <a:avLst/>
              <a:gdLst>
                <a:gd name="textAreaLeft" fmla="*/ 0 w 53280"/>
                <a:gd name="textAreaRight" fmla="*/ 53640 w 53280"/>
                <a:gd name="textAreaTop" fmla="*/ 0 h 164880"/>
                <a:gd name="textAreaBottom" fmla="*/ 165240 h 164880"/>
              </a:gdLst>
              <a:ahLst/>
              <a:cxnLst/>
              <a:rect l="textAreaLeft" t="textAreaTop" r="textAreaRight" b="textAreaBottom"/>
              <a:pathLst>
                <a:path w="1936" h="5985">
                  <a:moveTo>
                    <a:pt x="273" y="0"/>
                  </a:moveTo>
                  <a:cubicBezTo>
                    <a:pt x="191" y="0"/>
                    <a:pt x="104" y="25"/>
                    <a:pt x="67" y="80"/>
                  </a:cubicBezTo>
                  <a:cubicBezTo>
                    <a:pt x="1" y="180"/>
                    <a:pt x="1" y="381"/>
                    <a:pt x="101" y="481"/>
                  </a:cubicBezTo>
                  <a:cubicBezTo>
                    <a:pt x="868" y="1048"/>
                    <a:pt x="1335" y="1982"/>
                    <a:pt x="1368" y="2916"/>
                  </a:cubicBezTo>
                  <a:cubicBezTo>
                    <a:pt x="1368" y="3883"/>
                    <a:pt x="935" y="4850"/>
                    <a:pt x="234" y="5484"/>
                  </a:cubicBezTo>
                  <a:cubicBezTo>
                    <a:pt x="101" y="5584"/>
                    <a:pt x="101" y="5751"/>
                    <a:pt x="201" y="5884"/>
                  </a:cubicBezTo>
                  <a:cubicBezTo>
                    <a:pt x="234" y="5918"/>
                    <a:pt x="334" y="5985"/>
                    <a:pt x="401" y="5985"/>
                  </a:cubicBezTo>
                  <a:cubicBezTo>
                    <a:pt x="468" y="5985"/>
                    <a:pt x="519" y="5955"/>
                    <a:pt x="556" y="5955"/>
                  </a:cubicBezTo>
                  <a:cubicBezTo>
                    <a:pt x="575" y="5955"/>
                    <a:pt x="590" y="5962"/>
                    <a:pt x="601" y="5985"/>
                  </a:cubicBezTo>
                  <a:cubicBezTo>
                    <a:pt x="1435" y="5217"/>
                    <a:pt x="1935" y="4083"/>
                    <a:pt x="1902" y="2982"/>
                  </a:cubicBezTo>
                  <a:cubicBezTo>
                    <a:pt x="1902" y="1848"/>
                    <a:pt x="1335" y="747"/>
                    <a:pt x="434" y="47"/>
                  </a:cubicBezTo>
                  <a:cubicBezTo>
                    <a:pt x="404" y="17"/>
                    <a:pt x="341" y="0"/>
                    <a:pt x="273" y="0"/>
                  </a:cubicBezTo>
                  <a:close/>
                </a:path>
              </a:pathLst>
            </a:custGeom>
            <a:solidFill>
              <a:srgbClr val="D6938E"/>
            </a:solidFill>
            <a:ln w="0">
              <a:noFill/>
            </a:ln>
          </p:spPr>
          <p:style>
            <a:lnRef idx="0">
              <a:scrgbClr r="0" g="0" b="0"/>
            </a:lnRef>
            <a:fillRef idx="0">
              <a:scrgbClr r="0" g="0" b="0"/>
            </a:fillRef>
            <a:effectRef idx="0">
              <a:scrgbClr r="0" g="0" b="0"/>
            </a:effectRef>
            <a:fontRef idx="minor"/>
          </p:style>
          <p:txBody>
            <a:bodyPr tIns="82440" bIns="82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2" name="Google Shape;263;p32"/>
            <p:cNvSpPr/>
            <p:nvPr/>
          </p:nvSpPr>
          <p:spPr>
            <a:xfrm>
              <a:off x="6953400" y="2730960"/>
              <a:ext cx="197640" cy="197640"/>
            </a:xfrm>
            <a:custGeom>
              <a:avLst/>
              <a:gdLst>
                <a:gd name="textAreaLeft" fmla="*/ 0 w 197640"/>
                <a:gd name="textAreaRight" fmla="*/ 198000 w 197640"/>
                <a:gd name="textAreaTop" fmla="*/ 0 h 197640"/>
                <a:gd name="textAreaBottom" fmla="*/ 198000 h 197640"/>
              </a:gdLst>
              <a:ahLst/>
              <a:cxnLst/>
              <a:rect l="textAreaLeft" t="textAreaTop" r="textAreaRight" b="textAreaBottom"/>
              <a:pathLst>
                <a:path w="7173" h="7173">
                  <a:moveTo>
                    <a:pt x="3570" y="1"/>
                  </a:moveTo>
                  <a:cubicBezTo>
                    <a:pt x="1602" y="1"/>
                    <a:pt x="1" y="1602"/>
                    <a:pt x="1" y="3603"/>
                  </a:cubicBezTo>
                  <a:cubicBezTo>
                    <a:pt x="1" y="5571"/>
                    <a:pt x="1602" y="7173"/>
                    <a:pt x="3570" y="7173"/>
                  </a:cubicBezTo>
                  <a:cubicBezTo>
                    <a:pt x="5538" y="7173"/>
                    <a:pt x="7173" y="5571"/>
                    <a:pt x="7173" y="3603"/>
                  </a:cubicBezTo>
                  <a:cubicBezTo>
                    <a:pt x="7173" y="1602"/>
                    <a:pt x="5538" y="1"/>
                    <a:pt x="3570" y="1"/>
                  </a:cubicBezTo>
                  <a:close/>
                </a:path>
              </a:pathLst>
            </a:custGeom>
            <a:solidFill>
              <a:srgbClr val="FFBAB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 name="Google Shape;264;p32"/>
            <p:cNvSpPr/>
            <p:nvPr/>
          </p:nvSpPr>
          <p:spPr>
            <a:xfrm>
              <a:off x="7433640" y="2730240"/>
              <a:ext cx="134280" cy="198720"/>
            </a:xfrm>
            <a:custGeom>
              <a:avLst/>
              <a:gdLst>
                <a:gd name="textAreaLeft" fmla="*/ 0 w 134280"/>
                <a:gd name="textAreaRight" fmla="*/ 134640 w 134280"/>
                <a:gd name="textAreaTop" fmla="*/ 0 h 198720"/>
                <a:gd name="textAreaBottom" fmla="*/ 199080 h 198720"/>
              </a:gdLst>
              <a:ahLst/>
              <a:cxnLst/>
              <a:rect l="textAreaLeft" t="textAreaTop" r="textAreaRight" b="textAreaBottom"/>
              <a:pathLst>
                <a:path w="4871" h="7206">
                  <a:moveTo>
                    <a:pt x="3636" y="0"/>
                  </a:moveTo>
                  <a:cubicBezTo>
                    <a:pt x="1635" y="0"/>
                    <a:pt x="0" y="1635"/>
                    <a:pt x="0" y="3636"/>
                  </a:cubicBezTo>
                  <a:cubicBezTo>
                    <a:pt x="0" y="5638"/>
                    <a:pt x="1601" y="7206"/>
                    <a:pt x="3569" y="7206"/>
                  </a:cubicBezTo>
                  <a:cubicBezTo>
                    <a:pt x="3736" y="7206"/>
                    <a:pt x="3936" y="7206"/>
                    <a:pt x="4136" y="7172"/>
                  </a:cubicBezTo>
                  <a:cubicBezTo>
                    <a:pt x="4570" y="5971"/>
                    <a:pt x="4870" y="4670"/>
                    <a:pt x="4870" y="3336"/>
                  </a:cubicBezTo>
                  <a:lnTo>
                    <a:pt x="4803" y="201"/>
                  </a:lnTo>
                  <a:cubicBezTo>
                    <a:pt x="4403" y="67"/>
                    <a:pt x="4036" y="0"/>
                    <a:pt x="3636" y="0"/>
                  </a:cubicBezTo>
                  <a:close/>
                </a:path>
              </a:pathLst>
            </a:custGeom>
            <a:solidFill>
              <a:srgbClr val="FFBAB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4" name="Google Shape;265;p32"/>
            <p:cNvSpPr/>
            <p:nvPr/>
          </p:nvSpPr>
          <p:spPr>
            <a:xfrm>
              <a:off x="7101720" y="2122920"/>
              <a:ext cx="180360" cy="190800"/>
            </a:xfrm>
            <a:custGeom>
              <a:avLst/>
              <a:gdLst>
                <a:gd name="textAreaLeft" fmla="*/ 0 w 180360"/>
                <a:gd name="textAreaRight" fmla="*/ 180720 w 180360"/>
                <a:gd name="textAreaTop" fmla="*/ 0 h 190800"/>
                <a:gd name="textAreaBottom" fmla="*/ 191160 h 190800"/>
              </a:gdLst>
              <a:ahLst/>
              <a:cxnLst/>
              <a:rect l="textAreaLeft" t="textAreaTop" r="textAreaRight" b="textAreaBottom"/>
              <a:pathLst>
                <a:path w="6539" h="6924">
                  <a:moveTo>
                    <a:pt x="4537" y="0"/>
                  </a:moveTo>
                  <a:cubicBezTo>
                    <a:pt x="5171" y="1368"/>
                    <a:pt x="4637" y="3036"/>
                    <a:pt x="3670" y="4170"/>
                  </a:cubicBezTo>
                  <a:cubicBezTo>
                    <a:pt x="2669" y="5337"/>
                    <a:pt x="1335" y="6038"/>
                    <a:pt x="0" y="6772"/>
                  </a:cubicBezTo>
                  <a:cubicBezTo>
                    <a:pt x="539" y="6874"/>
                    <a:pt x="1059" y="6923"/>
                    <a:pt x="1552" y="6923"/>
                  </a:cubicBezTo>
                  <a:cubicBezTo>
                    <a:pt x="3468" y="6923"/>
                    <a:pt x="4981" y="6177"/>
                    <a:pt x="5671" y="4904"/>
                  </a:cubicBezTo>
                  <a:cubicBezTo>
                    <a:pt x="6538" y="3302"/>
                    <a:pt x="6038" y="1101"/>
                    <a:pt x="4537"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5" name="Google Shape;266;p32"/>
            <p:cNvSpPr/>
            <p:nvPr/>
          </p:nvSpPr>
          <p:spPr>
            <a:xfrm>
              <a:off x="6706440" y="2283840"/>
              <a:ext cx="478800" cy="408240"/>
            </a:xfrm>
            <a:custGeom>
              <a:avLst/>
              <a:gdLst>
                <a:gd name="textAreaLeft" fmla="*/ 0 w 478800"/>
                <a:gd name="textAreaRight" fmla="*/ 479160 w 478800"/>
                <a:gd name="textAreaTop" fmla="*/ 0 h 408240"/>
                <a:gd name="textAreaBottom" fmla="*/ 408600 h 408240"/>
              </a:gdLst>
              <a:ahLst/>
              <a:cxnLst/>
              <a:rect l="textAreaLeft" t="textAreaTop" r="textAreaRight" b="textAreaBottom"/>
              <a:pathLst>
                <a:path w="17346" h="14793">
                  <a:moveTo>
                    <a:pt x="13643" y="1"/>
                  </a:moveTo>
                  <a:cubicBezTo>
                    <a:pt x="10083" y="1"/>
                    <a:pt x="5267" y="1093"/>
                    <a:pt x="2969" y="3185"/>
                  </a:cubicBezTo>
                  <a:cubicBezTo>
                    <a:pt x="0" y="5953"/>
                    <a:pt x="601" y="11124"/>
                    <a:pt x="2302" y="14793"/>
                  </a:cubicBezTo>
                  <a:cubicBezTo>
                    <a:pt x="5971" y="14793"/>
                    <a:pt x="10541" y="12725"/>
                    <a:pt x="13210" y="10223"/>
                  </a:cubicBezTo>
                  <a:cubicBezTo>
                    <a:pt x="15878" y="7721"/>
                    <a:pt x="17346" y="3818"/>
                    <a:pt x="16345" y="282"/>
                  </a:cubicBezTo>
                  <a:cubicBezTo>
                    <a:pt x="15614" y="94"/>
                    <a:pt x="14682" y="1"/>
                    <a:pt x="13643" y="1"/>
                  </a:cubicBezTo>
                  <a:close/>
                </a:path>
              </a:pathLst>
            </a:custGeom>
            <a:solidFill>
              <a:srgbClr val="3F3FD8"/>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 name="Google Shape;267;p32"/>
            <p:cNvSpPr/>
            <p:nvPr/>
          </p:nvSpPr>
          <p:spPr>
            <a:xfrm>
              <a:off x="6559920" y="2672280"/>
              <a:ext cx="298080" cy="346320"/>
            </a:xfrm>
            <a:custGeom>
              <a:avLst/>
              <a:gdLst>
                <a:gd name="textAreaLeft" fmla="*/ 0 w 298080"/>
                <a:gd name="textAreaRight" fmla="*/ 298440 w 298080"/>
                <a:gd name="textAreaTop" fmla="*/ 0 h 346320"/>
                <a:gd name="textAreaBottom" fmla="*/ 346680 h 346320"/>
              </a:gdLst>
              <a:ahLst/>
              <a:cxnLst/>
              <a:rect l="textAreaLeft" t="textAreaTop" r="textAreaRight" b="textAreaBottom"/>
              <a:pathLst>
                <a:path w="10809" h="12548">
                  <a:moveTo>
                    <a:pt x="10808" y="1"/>
                  </a:moveTo>
                  <a:cubicBezTo>
                    <a:pt x="9074" y="1002"/>
                    <a:pt x="7005" y="1435"/>
                    <a:pt x="5137" y="2169"/>
                  </a:cubicBezTo>
                  <a:cubicBezTo>
                    <a:pt x="3269" y="2936"/>
                    <a:pt x="1401" y="4104"/>
                    <a:pt x="634" y="5972"/>
                  </a:cubicBezTo>
                  <a:cubicBezTo>
                    <a:pt x="0" y="7573"/>
                    <a:pt x="267" y="9441"/>
                    <a:pt x="1335" y="10775"/>
                  </a:cubicBezTo>
                  <a:cubicBezTo>
                    <a:pt x="2232" y="11897"/>
                    <a:pt x="3672" y="12548"/>
                    <a:pt x="5100" y="12548"/>
                  </a:cubicBezTo>
                  <a:cubicBezTo>
                    <a:pt x="5370" y="12548"/>
                    <a:pt x="5639" y="12524"/>
                    <a:pt x="5905" y="12477"/>
                  </a:cubicBezTo>
                  <a:cubicBezTo>
                    <a:pt x="4237" y="11676"/>
                    <a:pt x="3303" y="9741"/>
                    <a:pt x="3403" y="7907"/>
                  </a:cubicBezTo>
                  <a:cubicBezTo>
                    <a:pt x="3503" y="6072"/>
                    <a:pt x="4504" y="4337"/>
                    <a:pt x="5938" y="3137"/>
                  </a:cubicBezTo>
                  <a:cubicBezTo>
                    <a:pt x="7272" y="1936"/>
                    <a:pt x="8974" y="1135"/>
                    <a:pt x="10808" y="1"/>
                  </a:cubicBezTo>
                  <a:close/>
                </a:path>
              </a:pathLst>
            </a:custGeom>
            <a:solidFill>
              <a:srgbClr val="09066A"/>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7" name="Google Shape;268;p32"/>
            <p:cNvSpPr/>
            <p:nvPr/>
          </p:nvSpPr>
          <p:spPr>
            <a:xfrm>
              <a:off x="6647400" y="2706120"/>
              <a:ext cx="279720" cy="519840"/>
            </a:xfrm>
            <a:custGeom>
              <a:avLst/>
              <a:gdLst>
                <a:gd name="textAreaLeft" fmla="*/ 0 w 279720"/>
                <a:gd name="textAreaRight" fmla="*/ 280080 w 279720"/>
                <a:gd name="textAreaTop" fmla="*/ 0 h 519840"/>
                <a:gd name="textAreaBottom" fmla="*/ 520200 h 519840"/>
              </a:gdLst>
              <a:ahLst/>
              <a:cxnLst/>
              <a:rect l="textAreaLeft" t="textAreaTop" r="textAreaRight" b="textAreaBottom"/>
              <a:pathLst>
                <a:path w="10141" h="18831">
                  <a:moveTo>
                    <a:pt x="4737" y="0"/>
                  </a:moveTo>
                  <a:cubicBezTo>
                    <a:pt x="2936" y="2335"/>
                    <a:pt x="1335" y="4904"/>
                    <a:pt x="668" y="7772"/>
                  </a:cubicBezTo>
                  <a:cubicBezTo>
                    <a:pt x="0" y="10675"/>
                    <a:pt x="401" y="13877"/>
                    <a:pt x="2235" y="16212"/>
                  </a:cubicBezTo>
                  <a:cubicBezTo>
                    <a:pt x="3520" y="17824"/>
                    <a:pt x="5591" y="18831"/>
                    <a:pt x="7622" y="18831"/>
                  </a:cubicBezTo>
                  <a:cubicBezTo>
                    <a:pt x="8490" y="18831"/>
                    <a:pt x="9351" y="18646"/>
                    <a:pt x="10141" y="18247"/>
                  </a:cubicBezTo>
                  <a:lnTo>
                    <a:pt x="10141" y="18247"/>
                  </a:lnTo>
                  <a:cubicBezTo>
                    <a:pt x="9879" y="18307"/>
                    <a:pt x="9618" y="18336"/>
                    <a:pt x="9359" y="18336"/>
                  </a:cubicBezTo>
                  <a:cubicBezTo>
                    <a:pt x="7344" y="18336"/>
                    <a:pt x="5495" y="16588"/>
                    <a:pt x="4904" y="14577"/>
                  </a:cubicBezTo>
                  <a:cubicBezTo>
                    <a:pt x="4237" y="12342"/>
                    <a:pt x="4770" y="9907"/>
                    <a:pt x="5338" y="7606"/>
                  </a:cubicBezTo>
                  <a:cubicBezTo>
                    <a:pt x="5905" y="5337"/>
                    <a:pt x="6505" y="2936"/>
                    <a:pt x="4737" y="0"/>
                  </a:cubicBezTo>
                  <a:close/>
                </a:path>
              </a:pathLst>
            </a:custGeom>
            <a:solidFill>
              <a:srgbClr val="3F3FD8"/>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 name="Google Shape;269;p32"/>
            <p:cNvSpPr/>
            <p:nvPr/>
          </p:nvSpPr>
          <p:spPr>
            <a:xfrm>
              <a:off x="7611480" y="2716560"/>
              <a:ext cx="360" cy="360"/>
            </a:xfrm>
            <a:custGeom>
              <a:avLst/>
              <a:gdLst>
                <a:gd name="textAreaLeft" fmla="*/ 0 w 360"/>
                <a:gd name="textAreaRight" fmla="*/ 720 w 360"/>
                <a:gd name="textAreaTop" fmla="*/ 0 h 360"/>
                <a:gd name="textAreaBottom" fmla="*/ 720 h 360"/>
              </a:gdLst>
              <a:ahLst/>
              <a:cxnLst/>
              <a:rect l="textAreaLeft" t="textAreaTop" r="textAreaRight" b="textAreaBottom"/>
              <a:pathLst>
                <a:path w="1" h="1" fill="none">
                  <a:moveTo>
                    <a:pt x="1" y="0"/>
                  </a:moveTo>
                </a:path>
              </a:pathLst>
            </a:custGeom>
            <a:noFill/>
            <a:ln w="6675">
              <a:solidFill>
                <a:srgbClr val="000000"/>
              </a:solidFill>
              <a:miter/>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 name="Google Shape;270;p32"/>
            <p:cNvSpPr/>
            <p:nvPr/>
          </p:nvSpPr>
          <p:spPr>
            <a:xfrm>
              <a:off x="7617600" y="2648160"/>
              <a:ext cx="196920" cy="463320"/>
            </a:xfrm>
            <a:custGeom>
              <a:avLst/>
              <a:gdLst>
                <a:gd name="textAreaLeft" fmla="*/ 0 w 196920"/>
                <a:gd name="textAreaRight" fmla="*/ 197280 w 196920"/>
                <a:gd name="textAreaTop" fmla="*/ 0 h 463320"/>
                <a:gd name="textAreaBottom" fmla="*/ 463680 h 463320"/>
              </a:gdLst>
              <a:ahLst/>
              <a:cxnLst/>
              <a:rect l="textAreaLeft" t="textAreaTop" r="textAreaRight" b="textAreaBottom"/>
              <a:pathLst>
                <a:path w="7139" h="16780">
                  <a:moveTo>
                    <a:pt x="0" y="1"/>
                  </a:moveTo>
                  <a:lnTo>
                    <a:pt x="0" y="1"/>
                  </a:lnTo>
                  <a:cubicBezTo>
                    <a:pt x="34" y="2136"/>
                    <a:pt x="601" y="4137"/>
                    <a:pt x="1502" y="5938"/>
                  </a:cubicBezTo>
                  <a:cubicBezTo>
                    <a:pt x="2335" y="7673"/>
                    <a:pt x="3470" y="9307"/>
                    <a:pt x="4137" y="11142"/>
                  </a:cubicBezTo>
                  <a:cubicBezTo>
                    <a:pt x="4804" y="12977"/>
                    <a:pt x="4971" y="15112"/>
                    <a:pt x="3903" y="16779"/>
                  </a:cubicBezTo>
                  <a:cubicBezTo>
                    <a:pt x="6005" y="16012"/>
                    <a:pt x="7139" y="13510"/>
                    <a:pt x="6905" y="11309"/>
                  </a:cubicBezTo>
                  <a:cubicBezTo>
                    <a:pt x="6705" y="9040"/>
                    <a:pt x="5471" y="7039"/>
                    <a:pt x="4070" y="5304"/>
                  </a:cubicBezTo>
                  <a:cubicBezTo>
                    <a:pt x="2702" y="3537"/>
                    <a:pt x="1101" y="1935"/>
                    <a:pt x="0"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0" name="Google Shape;271;p32"/>
            <p:cNvSpPr/>
            <p:nvPr/>
          </p:nvSpPr>
          <p:spPr>
            <a:xfrm>
              <a:off x="7184520" y="2269080"/>
              <a:ext cx="452160" cy="347760"/>
            </a:xfrm>
            <a:custGeom>
              <a:avLst/>
              <a:gdLst>
                <a:gd name="textAreaLeft" fmla="*/ 0 w 452160"/>
                <a:gd name="textAreaRight" fmla="*/ 452520 w 452160"/>
                <a:gd name="textAreaTop" fmla="*/ 0 h 347760"/>
                <a:gd name="textAreaBottom" fmla="*/ 348120 h 347760"/>
              </a:gdLst>
              <a:ahLst/>
              <a:cxnLst/>
              <a:rect l="textAreaLeft" t="textAreaTop" r="textAreaRight" b="textAreaBottom"/>
              <a:pathLst>
                <a:path w="16379" h="12605">
                  <a:moveTo>
                    <a:pt x="5353" y="0"/>
                  </a:moveTo>
                  <a:cubicBezTo>
                    <a:pt x="3457" y="0"/>
                    <a:pt x="1506" y="150"/>
                    <a:pt x="1" y="546"/>
                  </a:cubicBezTo>
                  <a:cubicBezTo>
                    <a:pt x="3136" y="5749"/>
                    <a:pt x="8473" y="10386"/>
                    <a:pt x="13410" y="12354"/>
                  </a:cubicBezTo>
                  <a:cubicBezTo>
                    <a:pt x="13761" y="12471"/>
                    <a:pt x="14145" y="12605"/>
                    <a:pt x="14516" y="12605"/>
                  </a:cubicBezTo>
                  <a:cubicBezTo>
                    <a:pt x="14674" y="12605"/>
                    <a:pt x="14829" y="12581"/>
                    <a:pt x="14978" y="12521"/>
                  </a:cubicBezTo>
                  <a:cubicBezTo>
                    <a:pt x="15712" y="12187"/>
                    <a:pt x="15912" y="11220"/>
                    <a:pt x="16012" y="10386"/>
                  </a:cubicBezTo>
                  <a:cubicBezTo>
                    <a:pt x="16212" y="8251"/>
                    <a:pt x="16379" y="6050"/>
                    <a:pt x="15478" y="4148"/>
                  </a:cubicBezTo>
                  <a:cubicBezTo>
                    <a:pt x="14344" y="1746"/>
                    <a:pt x="11642" y="412"/>
                    <a:pt x="9007" y="179"/>
                  </a:cubicBezTo>
                  <a:cubicBezTo>
                    <a:pt x="7923" y="70"/>
                    <a:pt x="6651" y="0"/>
                    <a:pt x="5353"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1" name="Google Shape;272;p32"/>
            <p:cNvSpPr/>
            <p:nvPr/>
          </p:nvSpPr>
          <p:spPr>
            <a:xfrm>
              <a:off x="7153200" y="2901600"/>
              <a:ext cx="196920" cy="96480"/>
            </a:xfrm>
            <a:custGeom>
              <a:avLst/>
              <a:gdLst>
                <a:gd name="textAreaLeft" fmla="*/ 0 w 196920"/>
                <a:gd name="textAreaRight" fmla="*/ 197280 w 196920"/>
                <a:gd name="textAreaTop" fmla="*/ 0 h 96480"/>
                <a:gd name="textAreaBottom" fmla="*/ 96840 h 96480"/>
              </a:gdLst>
              <a:ahLst/>
              <a:cxnLst/>
              <a:rect l="textAreaLeft" t="textAreaTop" r="textAreaRight" b="textAreaBottom"/>
              <a:pathLst>
                <a:path w="7139" h="3504">
                  <a:moveTo>
                    <a:pt x="307" y="1"/>
                  </a:moveTo>
                  <a:cubicBezTo>
                    <a:pt x="260" y="1"/>
                    <a:pt x="212" y="12"/>
                    <a:pt x="167" y="34"/>
                  </a:cubicBezTo>
                  <a:cubicBezTo>
                    <a:pt x="34" y="134"/>
                    <a:pt x="0" y="301"/>
                    <a:pt x="101" y="435"/>
                  </a:cubicBezTo>
                  <a:cubicBezTo>
                    <a:pt x="1201" y="2336"/>
                    <a:pt x="3370" y="3503"/>
                    <a:pt x="5604" y="3503"/>
                  </a:cubicBezTo>
                  <a:cubicBezTo>
                    <a:pt x="6038" y="3503"/>
                    <a:pt x="6505" y="3470"/>
                    <a:pt x="6872" y="3370"/>
                  </a:cubicBezTo>
                  <a:cubicBezTo>
                    <a:pt x="7039" y="3337"/>
                    <a:pt x="7139" y="3203"/>
                    <a:pt x="7106" y="3036"/>
                  </a:cubicBezTo>
                  <a:cubicBezTo>
                    <a:pt x="7050" y="2897"/>
                    <a:pt x="6971" y="2828"/>
                    <a:pt x="6850" y="2828"/>
                  </a:cubicBezTo>
                  <a:cubicBezTo>
                    <a:pt x="6826" y="2828"/>
                    <a:pt x="6800" y="2831"/>
                    <a:pt x="6772" y="2836"/>
                  </a:cubicBezTo>
                  <a:cubicBezTo>
                    <a:pt x="6402" y="2916"/>
                    <a:pt x="6024" y="2954"/>
                    <a:pt x="5644" y="2954"/>
                  </a:cubicBezTo>
                  <a:cubicBezTo>
                    <a:pt x="3627" y="2954"/>
                    <a:pt x="1573" y="1875"/>
                    <a:pt x="534" y="134"/>
                  </a:cubicBezTo>
                  <a:cubicBezTo>
                    <a:pt x="490" y="45"/>
                    <a:pt x="401" y="1"/>
                    <a:pt x="307" y="1"/>
                  </a:cubicBezTo>
                  <a:close/>
                </a:path>
              </a:pathLst>
            </a:custGeom>
            <a:solidFill>
              <a:srgbClr val="D6938E"/>
            </a:solidFill>
            <a:ln w="0">
              <a:noFill/>
            </a:ln>
          </p:spPr>
          <p:style>
            <a:lnRef idx="0">
              <a:scrgbClr r="0" g="0" b="0"/>
            </a:lnRef>
            <a:fillRef idx="0">
              <a:scrgbClr r="0" g="0" b="0"/>
            </a:fillRef>
            <a:effectRef idx="0">
              <a:scrgbClr r="0" g="0" b="0"/>
            </a:effectRef>
            <a:fontRef idx="minor"/>
          </p:style>
          <p:txBody>
            <a:bodyPr tIns="48240" bIns="48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2" name="Google Shape;273;p32"/>
            <p:cNvSpPr/>
            <p:nvPr/>
          </p:nvSpPr>
          <p:spPr>
            <a:xfrm>
              <a:off x="6715440" y="2573640"/>
              <a:ext cx="238320" cy="158040"/>
            </a:xfrm>
            <a:custGeom>
              <a:avLst/>
              <a:gdLst>
                <a:gd name="textAreaLeft" fmla="*/ 0 w 238320"/>
                <a:gd name="textAreaRight" fmla="*/ 238680 w 238320"/>
                <a:gd name="textAreaTop" fmla="*/ 0 h 158040"/>
                <a:gd name="textAreaBottom" fmla="*/ 158400 h 158040"/>
              </a:gdLst>
              <a:ahLst/>
              <a:cxnLst/>
              <a:rect l="textAreaLeft" t="textAreaTop" r="textAreaRight" b="textAreaBottom"/>
              <a:pathLst>
                <a:path w="8641" h="5736">
                  <a:moveTo>
                    <a:pt x="6196" y="0"/>
                  </a:moveTo>
                  <a:cubicBezTo>
                    <a:pt x="5922" y="0"/>
                    <a:pt x="5643" y="54"/>
                    <a:pt x="5371" y="170"/>
                  </a:cubicBezTo>
                  <a:lnTo>
                    <a:pt x="1669" y="1637"/>
                  </a:lnTo>
                  <a:cubicBezTo>
                    <a:pt x="535" y="2071"/>
                    <a:pt x="1" y="3372"/>
                    <a:pt x="535" y="4506"/>
                  </a:cubicBezTo>
                  <a:lnTo>
                    <a:pt x="535" y="4539"/>
                  </a:lnTo>
                  <a:cubicBezTo>
                    <a:pt x="908" y="5286"/>
                    <a:pt x="1690" y="5736"/>
                    <a:pt x="2492" y="5736"/>
                  </a:cubicBezTo>
                  <a:cubicBezTo>
                    <a:pt x="2765" y="5736"/>
                    <a:pt x="3041" y="5684"/>
                    <a:pt x="3303" y="5573"/>
                  </a:cubicBezTo>
                  <a:lnTo>
                    <a:pt x="7006" y="4072"/>
                  </a:lnTo>
                  <a:cubicBezTo>
                    <a:pt x="8107" y="3639"/>
                    <a:pt x="8640" y="2404"/>
                    <a:pt x="8173" y="1337"/>
                  </a:cubicBezTo>
                  <a:cubicBezTo>
                    <a:pt x="7821" y="508"/>
                    <a:pt x="7034" y="0"/>
                    <a:pt x="6196" y="0"/>
                  </a:cubicBezTo>
                  <a:close/>
                </a:path>
              </a:pathLst>
            </a:custGeom>
            <a:solidFill>
              <a:srgbClr val="3F3FD8"/>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3" name="Google Shape;274;p32"/>
            <p:cNvSpPr/>
            <p:nvPr/>
          </p:nvSpPr>
          <p:spPr>
            <a:xfrm>
              <a:off x="6882480" y="2492280"/>
              <a:ext cx="666720" cy="352080"/>
            </a:xfrm>
            <a:custGeom>
              <a:avLst/>
              <a:gdLst>
                <a:gd name="textAreaLeft" fmla="*/ 0 w 666720"/>
                <a:gd name="textAreaRight" fmla="*/ 667080 w 666720"/>
                <a:gd name="textAreaTop" fmla="*/ 0 h 352080"/>
                <a:gd name="textAreaBottom" fmla="*/ 352440 h 352080"/>
              </a:gdLst>
              <a:ahLst/>
              <a:cxnLst/>
              <a:rect l="textAreaLeft" t="textAreaTop" r="textAreaRight" b="textAreaBottom"/>
              <a:pathLst>
                <a:path w="24152" h="12752">
                  <a:moveTo>
                    <a:pt x="13918" y="0"/>
                  </a:moveTo>
                  <a:cubicBezTo>
                    <a:pt x="9110" y="0"/>
                    <a:pt x="4288" y="1065"/>
                    <a:pt x="0" y="3007"/>
                  </a:cubicBezTo>
                  <a:cubicBezTo>
                    <a:pt x="601" y="5576"/>
                    <a:pt x="1335" y="8144"/>
                    <a:pt x="3003" y="10146"/>
                  </a:cubicBezTo>
                  <a:cubicBezTo>
                    <a:pt x="4286" y="11685"/>
                    <a:pt x="6259" y="12751"/>
                    <a:pt x="8226" y="12751"/>
                  </a:cubicBezTo>
                  <a:cubicBezTo>
                    <a:pt x="8815" y="12751"/>
                    <a:pt x="9405" y="12655"/>
                    <a:pt x="9974" y="12448"/>
                  </a:cubicBezTo>
                  <a:cubicBezTo>
                    <a:pt x="11309" y="11947"/>
                    <a:pt x="12476" y="10813"/>
                    <a:pt x="13944" y="10780"/>
                  </a:cubicBezTo>
                  <a:cubicBezTo>
                    <a:pt x="13960" y="10779"/>
                    <a:pt x="13977" y="10779"/>
                    <a:pt x="13993" y="10779"/>
                  </a:cubicBezTo>
                  <a:cubicBezTo>
                    <a:pt x="15871" y="10779"/>
                    <a:pt x="17363" y="12648"/>
                    <a:pt x="19281" y="12648"/>
                  </a:cubicBezTo>
                  <a:cubicBezTo>
                    <a:pt x="19306" y="12648"/>
                    <a:pt x="19331" y="12649"/>
                    <a:pt x="19357" y="12649"/>
                  </a:cubicBezTo>
                  <a:cubicBezTo>
                    <a:pt x="20432" y="12649"/>
                    <a:pt x="21499" y="11960"/>
                    <a:pt x="22183" y="11080"/>
                  </a:cubicBezTo>
                  <a:cubicBezTo>
                    <a:pt x="22883" y="10146"/>
                    <a:pt x="23217" y="9012"/>
                    <a:pt x="23517" y="7944"/>
                  </a:cubicBezTo>
                  <a:cubicBezTo>
                    <a:pt x="23984" y="6010"/>
                    <a:pt x="24151" y="3775"/>
                    <a:pt x="22850" y="2274"/>
                  </a:cubicBezTo>
                  <a:cubicBezTo>
                    <a:pt x="21816" y="1006"/>
                    <a:pt x="20148" y="606"/>
                    <a:pt x="18547" y="339"/>
                  </a:cubicBezTo>
                  <a:cubicBezTo>
                    <a:pt x="17018" y="111"/>
                    <a:pt x="15469" y="0"/>
                    <a:pt x="13918" y="0"/>
                  </a:cubicBezTo>
                  <a:close/>
                </a:path>
              </a:pathLst>
            </a:custGeom>
            <a:solidFill>
              <a:srgbClr val="3F3FD8"/>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4" name="Google Shape;275;p32"/>
            <p:cNvSpPr/>
            <p:nvPr/>
          </p:nvSpPr>
          <p:spPr>
            <a:xfrm>
              <a:off x="6778440" y="3321720"/>
              <a:ext cx="1020600" cy="901800"/>
            </a:xfrm>
            <a:custGeom>
              <a:avLst/>
              <a:gdLst>
                <a:gd name="textAreaLeft" fmla="*/ 0 w 1020600"/>
                <a:gd name="textAreaRight" fmla="*/ 1020960 w 1020600"/>
                <a:gd name="textAreaTop" fmla="*/ 0 h 901800"/>
                <a:gd name="textAreaBottom" fmla="*/ 902160 h 901800"/>
              </a:gdLst>
              <a:ahLst/>
              <a:cxnLst/>
              <a:rect l="textAreaLeft" t="textAreaTop" r="textAreaRight" b="textAreaBottom"/>
              <a:pathLst>
                <a:path w="36960" h="32658">
                  <a:moveTo>
                    <a:pt x="9840" y="1"/>
                  </a:moveTo>
                  <a:cubicBezTo>
                    <a:pt x="9840" y="1"/>
                    <a:pt x="2068" y="9441"/>
                    <a:pt x="1001" y="12777"/>
                  </a:cubicBezTo>
                  <a:cubicBezTo>
                    <a:pt x="0" y="15845"/>
                    <a:pt x="234" y="19181"/>
                    <a:pt x="1068" y="22317"/>
                  </a:cubicBezTo>
                  <a:cubicBezTo>
                    <a:pt x="1901" y="25452"/>
                    <a:pt x="3436" y="29722"/>
                    <a:pt x="4870" y="32658"/>
                  </a:cubicBezTo>
                  <a:lnTo>
                    <a:pt x="33791" y="32658"/>
                  </a:lnTo>
                  <a:lnTo>
                    <a:pt x="36960" y="20382"/>
                  </a:lnTo>
                  <a:lnTo>
                    <a:pt x="28687" y="1"/>
                  </a:lnTo>
                  <a:lnTo>
                    <a:pt x="13610" y="15345"/>
                  </a:lnTo>
                  <a:lnTo>
                    <a:pt x="9840" y="1"/>
                  </a:lnTo>
                  <a:close/>
                </a:path>
              </a:pathLst>
            </a:custGeom>
            <a:solidFill>
              <a:srgbClr val="A6AB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5" name="Google Shape;276;p32"/>
            <p:cNvSpPr/>
            <p:nvPr/>
          </p:nvSpPr>
          <p:spPr>
            <a:xfrm>
              <a:off x="6778440" y="3321720"/>
              <a:ext cx="1020600" cy="901800"/>
            </a:xfrm>
            <a:custGeom>
              <a:avLst/>
              <a:gdLst>
                <a:gd name="textAreaLeft" fmla="*/ 0 w 1020600"/>
                <a:gd name="textAreaRight" fmla="*/ 1020960 w 1020600"/>
                <a:gd name="textAreaTop" fmla="*/ 0 h 901800"/>
                <a:gd name="textAreaBottom" fmla="*/ 902160 h 901800"/>
              </a:gdLst>
              <a:ahLst/>
              <a:cxnLst/>
              <a:rect l="textAreaLeft" t="textAreaTop" r="textAreaRight" b="textAreaBottom"/>
              <a:pathLst>
                <a:path w="36960" h="32658">
                  <a:moveTo>
                    <a:pt x="9840" y="1"/>
                  </a:moveTo>
                  <a:cubicBezTo>
                    <a:pt x="9840" y="1"/>
                    <a:pt x="2068" y="9441"/>
                    <a:pt x="1001" y="12777"/>
                  </a:cubicBezTo>
                  <a:cubicBezTo>
                    <a:pt x="0" y="15845"/>
                    <a:pt x="234" y="19181"/>
                    <a:pt x="1068" y="22317"/>
                  </a:cubicBezTo>
                  <a:cubicBezTo>
                    <a:pt x="1901" y="25452"/>
                    <a:pt x="3436" y="29722"/>
                    <a:pt x="4870" y="32658"/>
                  </a:cubicBezTo>
                  <a:lnTo>
                    <a:pt x="33791" y="32658"/>
                  </a:lnTo>
                  <a:lnTo>
                    <a:pt x="36960" y="20382"/>
                  </a:lnTo>
                  <a:lnTo>
                    <a:pt x="28687" y="1"/>
                  </a:lnTo>
                  <a:lnTo>
                    <a:pt x="13610" y="15345"/>
                  </a:lnTo>
                  <a:lnTo>
                    <a:pt x="9840" y="1"/>
                  </a:lnTo>
                  <a:close/>
                </a:path>
              </a:pathLst>
            </a:custGeom>
            <a:solidFill>
              <a:srgbClr val="A6AB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6" name="Google Shape;277;p32"/>
            <p:cNvSpPr/>
            <p:nvPr/>
          </p:nvSpPr>
          <p:spPr>
            <a:xfrm>
              <a:off x="6792120" y="3859200"/>
              <a:ext cx="1006920" cy="364680"/>
            </a:xfrm>
            <a:custGeom>
              <a:avLst/>
              <a:gdLst>
                <a:gd name="textAreaLeft" fmla="*/ 0 w 1006920"/>
                <a:gd name="textAreaRight" fmla="*/ 1007280 w 1006920"/>
                <a:gd name="textAreaTop" fmla="*/ 0 h 364680"/>
                <a:gd name="textAreaBottom" fmla="*/ 365040 h 364680"/>
              </a:gdLst>
              <a:ahLst/>
              <a:cxnLst/>
              <a:rect l="textAreaLeft" t="textAreaTop" r="textAreaRight" b="textAreaBottom"/>
              <a:pathLst>
                <a:path w="36460" h="13210">
                  <a:moveTo>
                    <a:pt x="0" y="0"/>
                  </a:moveTo>
                  <a:lnTo>
                    <a:pt x="0" y="0"/>
                  </a:lnTo>
                  <a:cubicBezTo>
                    <a:pt x="167" y="967"/>
                    <a:pt x="334" y="1901"/>
                    <a:pt x="568" y="2869"/>
                  </a:cubicBezTo>
                  <a:cubicBezTo>
                    <a:pt x="1401" y="6004"/>
                    <a:pt x="2936" y="10307"/>
                    <a:pt x="4370" y="13210"/>
                  </a:cubicBezTo>
                  <a:lnTo>
                    <a:pt x="33291" y="13210"/>
                  </a:lnTo>
                  <a:lnTo>
                    <a:pt x="36460" y="967"/>
                  </a:lnTo>
                  <a:lnTo>
                    <a:pt x="36426" y="834"/>
                  </a:lnTo>
                  <a:cubicBezTo>
                    <a:pt x="29922" y="3136"/>
                    <a:pt x="19614" y="3970"/>
                    <a:pt x="13110" y="4570"/>
                  </a:cubicBezTo>
                  <a:cubicBezTo>
                    <a:pt x="12726" y="4607"/>
                    <a:pt x="12342" y="4625"/>
                    <a:pt x="11959" y="4625"/>
                  </a:cubicBezTo>
                  <a:cubicBezTo>
                    <a:pt x="7194" y="4625"/>
                    <a:pt x="2625" y="1884"/>
                    <a:pt x="0"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7" name="Google Shape;278;p32"/>
            <p:cNvSpPr/>
            <p:nvPr/>
          </p:nvSpPr>
          <p:spPr>
            <a:xfrm>
              <a:off x="6927480" y="2471760"/>
              <a:ext cx="666720" cy="353160"/>
            </a:xfrm>
            <a:custGeom>
              <a:avLst/>
              <a:gdLst>
                <a:gd name="textAreaLeft" fmla="*/ 0 w 666720"/>
                <a:gd name="textAreaRight" fmla="*/ 667080 w 666720"/>
                <a:gd name="textAreaTop" fmla="*/ 0 h 353160"/>
                <a:gd name="textAreaBottom" fmla="*/ 353520 h 353160"/>
              </a:gdLst>
              <a:ahLst/>
              <a:cxnLst/>
              <a:rect l="textAreaLeft" t="textAreaTop" r="textAreaRight" b="textAreaBottom"/>
              <a:pathLst>
                <a:path w="24152" h="12794">
                  <a:moveTo>
                    <a:pt x="13946" y="1"/>
                  </a:moveTo>
                  <a:cubicBezTo>
                    <a:pt x="9129" y="1"/>
                    <a:pt x="4297" y="1104"/>
                    <a:pt x="1" y="3050"/>
                  </a:cubicBezTo>
                  <a:cubicBezTo>
                    <a:pt x="601" y="5585"/>
                    <a:pt x="1335" y="8187"/>
                    <a:pt x="3003" y="10188"/>
                  </a:cubicBezTo>
                  <a:cubicBezTo>
                    <a:pt x="4286" y="11728"/>
                    <a:pt x="6260" y="12794"/>
                    <a:pt x="8226" y="12794"/>
                  </a:cubicBezTo>
                  <a:cubicBezTo>
                    <a:pt x="8816" y="12794"/>
                    <a:pt x="9405" y="12698"/>
                    <a:pt x="9975" y="12490"/>
                  </a:cubicBezTo>
                  <a:cubicBezTo>
                    <a:pt x="11309" y="11990"/>
                    <a:pt x="12477" y="10856"/>
                    <a:pt x="13911" y="10822"/>
                  </a:cubicBezTo>
                  <a:cubicBezTo>
                    <a:pt x="13944" y="10821"/>
                    <a:pt x="13976" y="10821"/>
                    <a:pt x="14009" y="10821"/>
                  </a:cubicBezTo>
                  <a:cubicBezTo>
                    <a:pt x="15897" y="10821"/>
                    <a:pt x="17379" y="12690"/>
                    <a:pt x="19281" y="12690"/>
                  </a:cubicBezTo>
                  <a:cubicBezTo>
                    <a:pt x="19307" y="12691"/>
                    <a:pt x="19332" y="12691"/>
                    <a:pt x="19357" y="12691"/>
                  </a:cubicBezTo>
                  <a:cubicBezTo>
                    <a:pt x="20432" y="12691"/>
                    <a:pt x="21499" y="12002"/>
                    <a:pt x="22183" y="11089"/>
                  </a:cubicBezTo>
                  <a:cubicBezTo>
                    <a:pt x="22884" y="10188"/>
                    <a:pt x="23218" y="9054"/>
                    <a:pt x="23518" y="7920"/>
                  </a:cubicBezTo>
                  <a:cubicBezTo>
                    <a:pt x="23985" y="6019"/>
                    <a:pt x="24152" y="3750"/>
                    <a:pt x="22851" y="2249"/>
                  </a:cubicBezTo>
                  <a:cubicBezTo>
                    <a:pt x="21817" y="1015"/>
                    <a:pt x="20149" y="582"/>
                    <a:pt x="18548" y="348"/>
                  </a:cubicBezTo>
                  <a:cubicBezTo>
                    <a:pt x="17027" y="114"/>
                    <a:pt x="15488" y="1"/>
                    <a:pt x="13946" y="1"/>
                  </a:cubicBezTo>
                  <a:close/>
                </a:path>
              </a:pathLst>
            </a:custGeom>
            <a:solidFill>
              <a:srgbClr val="A6AB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8" name="Google Shape;279;p32"/>
            <p:cNvSpPr/>
            <p:nvPr/>
          </p:nvSpPr>
          <p:spPr>
            <a:xfrm>
              <a:off x="7121160" y="2472480"/>
              <a:ext cx="327600" cy="353160"/>
            </a:xfrm>
            <a:custGeom>
              <a:avLst/>
              <a:gdLst>
                <a:gd name="textAreaLeft" fmla="*/ 0 w 327600"/>
                <a:gd name="textAreaRight" fmla="*/ 327960 w 327600"/>
                <a:gd name="textAreaTop" fmla="*/ 0 h 353160"/>
                <a:gd name="textAreaBottom" fmla="*/ 353520 h 353160"/>
              </a:gdLst>
              <a:ahLst/>
              <a:cxnLst/>
              <a:rect l="textAreaLeft" t="textAreaTop" r="textAreaRight" b="textAreaBottom"/>
              <a:pathLst>
                <a:path w="11877" h="12799">
                  <a:moveTo>
                    <a:pt x="6939" y="1"/>
                  </a:moveTo>
                  <a:cubicBezTo>
                    <a:pt x="5457" y="1"/>
                    <a:pt x="3976" y="109"/>
                    <a:pt x="2503" y="322"/>
                  </a:cubicBezTo>
                  <a:lnTo>
                    <a:pt x="1" y="12664"/>
                  </a:lnTo>
                  <a:cubicBezTo>
                    <a:pt x="426" y="12749"/>
                    <a:pt x="851" y="12798"/>
                    <a:pt x="1274" y="12798"/>
                  </a:cubicBezTo>
                  <a:cubicBezTo>
                    <a:pt x="1846" y="12798"/>
                    <a:pt x="2413" y="12708"/>
                    <a:pt x="2970" y="12497"/>
                  </a:cubicBezTo>
                  <a:cubicBezTo>
                    <a:pt x="4304" y="11997"/>
                    <a:pt x="5472" y="10863"/>
                    <a:pt x="6906" y="10830"/>
                  </a:cubicBezTo>
                  <a:cubicBezTo>
                    <a:pt x="7473" y="10830"/>
                    <a:pt x="8007" y="10963"/>
                    <a:pt x="8507" y="11196"/>
                  </a:cubicBezTo>
                  <a:lnTo>
                    <a:pt x="11876" y="389"/>
                  </a:lnTo>
                  <a:cubicBezTo>
                    <a:pt x="11776" y="389"/>
                    <a:pt x="11643" y="355"/>
                    <a:pt x="11543" y="355"/>
                  </a:cubicBezTo>
                  <a:cubicBezTo>
                    <a:pt x="10014" y="118"/>
                    <a:pt x="8476" y="1"/>
                    <a:pt x="6939" y="1"/>
                  </a:cubicBez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9" name="Google Shape;280;p32"/>
            <p:cNvSpPr/>
            <p:nvPr/>
          </p:nvSpPr>
          <p:spPr>
            <a:xfrm>
              <a:off x="7129440" y="2276280"/>
              <a:ext cx="228240" cy="357480"/>
            </a:xfrm>
            <a:custGeom>
              <a:avLst/>
              <a:gdLst>
                <a:gd name="textAreaLeft" fmla="*/ 0 w 228240"/>
                <a:gd name="textAreaRight" fmla="*/ 228600 w 228240"/>
                <a:gd name="textAreaTop" fmla="*/ 0 h 357480"/>
                <a:gd name="textAreaBottom" fmla="*/ 357840 h 357480"/>
              </a:gdLst>
              <a:ahLst/>
              <a:cxnLst/>
              <a:rect l="textAreaLeft" t="textAreaTop" r="textAreaRight" b="textAreaBottom"/>
              <a:pathLst>
                <a:path w="8273" h="12958">
                  <a:moveTo>
                    <a:pt x="2153" y="0"/>
                  </a:moveTo>
                  <a:cubicBezTo>
                    <a:pt x="1608" y="0"/>
                    <a:pt x="1191" y="267"/>
                    <a:pt x="1535" y="782"/>
                  </a:cubicBezTo>
                  <a:cubicBezTo>
                    <a:pt x="67" y="3184"/>
                    <a:pt x="0" y="6386"/>
                    <a:pt x="1368" y="8821"/>
                  </a:cubicBezTo>
                  <a:cubicBezTo>
                    <a:pt x="2735" y="11289"/>
                    <a:pt x="5504" y="12924"/>
                    <a:pt x="8273" y="12957"/>
                  </a:cubicBezTo>
                  <a:cubicBezTo>
                    <a:pt x="6004" y="11289"/>
                    <a:pt x="4537" y="8487"/>
                    <a:pt x="4470" y="5619"/>
                  </a:cubicBezTo>
                  <a:cubicBezTo>
                    <a:pt x="4403" y="4651"/>
                    <a:pt x="4537" y="3651"/>
                    <a:pt x="4470" y="2683"/>
                  </a:cubicBezTo>
                  <a:cubicBezTo>
                    <a:pt x="4337" y="1749"/>
                    <a:pt x="3903" y="749"/>
                    <a:pt x="3069" y="248"/>
                  </a:cubicBezTo>
                  <a:cubicBezTo>
                    <a:pt x="2796" y="82"/>
                    <a:pt x="2454" y="0"/>
                    <a:pt x="2153" y="0"/>
                  </a:cubicBezTo>
                  <a:close/>
                </a:path>
              </a:pathLst>
            </a:custGeom>
            <a:solidFill>
              <a:srgbClr val="3F3FD8"/>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0" name="Google Shape;281;p32"/>
            <p:cNvSpPr/>
            <p:nvPr/>
          </p:nvSpPr>
          <p:spPr>
            <a:xfrm>
              <a:off x="7221600" y="2306160"/>
              <a:ext cx="300240" cy="320400"/>
            </a:xfrm>
            <a:custGeom>
              <a:avLst/>
              <a:gdLst>
                <a:gd name="textAreaLeft" fmla="*/ 0 w 300240"/>
                <a:gd name="textAreaRight" fmla="*/ 300600 w 300240"/>
                <a:gd name="textAreaTop" fmla="*/ 0 h 320400"/>
                <a:gd name="textAreaBottom" fmla="*/ 320760 h 320400"/>
              </a:gdLst>
              <a:ahLst/>
              <a:cxnLst/>
              <a:rect l="textAreaLeft" t="textAreaTop" r="textAreaRight" b="textAreaBottom"/>
              <a:pathLst>
                <a:path w="10876" h="11614">
                  <a:moveTo>
                    <a:pt x="227" y="1"/>
                  </a:moveTo>
                  <a:cubicBezTo>
                    <a:pt x="108" y="1"/>
                    <a:pt x="29" y="44"/>
                    <a:pt x="1" y="139"/>
                  </a:cubicBezTo>
                  <a:cubicBezTo>
                    <a:pt x="635" y="2874"/>
                    <a:pt x="1335" y="5676"/>
                    <a:pt x="3070" y="7944"/>
                  </a:cubicBezTo>
                  <a:cubicBezTo>
                    <a:pt x="4654" y="10006"/>
                    <a:pt x="7229" y="11614"/>
                    <a:pt x="9931" y="11614"/>
                  </a:cubicBezTo>
                  <a:cubicBezTo>
                    <a:pt x="10244" y="11614"/>
                    <a:pt x="10560" y="11592"/>
                    <a:pt x="10875" y="11547"/>
                  </a:cubicBezTo>
                  <a:cubicBezTo>
                    <a:pt x="8874" y="10913"/>
                    <a:pt x="7440" y="9245"/>
                    <a:pt x="6439" y="7544"/>
                  </a:cubicBezTo>
                  <a:cubicBezTo>
                    <a:pt x="5438" y="5843"/>
                    <a:pt x="4738" y="3941"/>
                    <a:pt x="3503" y="2374"/>
                  </a:cubicBezTo>
                  <a:cubicBezTo>
                    <a:pt x="2419" y="1094"/>
                    <a:pt x="824" y="1"/>
                    <a:pt x="227" y="1"/>
                  </a:cubicBezTo>
                  <a:close/>
                </a:path>
              </a:pathLst>
            </a:custGeom>
            <a:solidFill>
              <a:srgbClr val="3F3FD8"/>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1" name="Google Shape;282;p32"/>
            <p:cNvSpPr/>
            <p:nvPr/>
          </p:nvSpPr>
          <p:spPr>
            <a:xfrm>
              <a:off x="7279560" y="3807360"/>
              <a:ext cx="692640" cy="804240"/>
            </a:xfrm>
            <a:custGeom>
              <a:avLst/>
              <a:gdLst>
                <a:gd name="textAreaLeft" fmla="*/ 0 w 692640"/>
                <a:gd name="textAreaRight" fmla="*/ 693000 w 692640"/>
                <a:gd name="textAreaTop" fmla="*/ 0 h 804240"/>
                <a:gd name="textAreaBottom" fmla="*/ 804600 h 804240"/>
              </a:gdLst>
              <a:ahLst/>
              <a:cxnLst/>
              <a:rect l="textAreaLeft" t="textAreaTop" r="textAreaRight" b="textAreaBottom"/>
              <a:pathLst>
                <a:path w="25085" h="29121">
                  <a:moveTo>
                    <a:pt x="12576" y="0"/>
                  </a:moveTo>
                  <a:lnTo>
                    <a:pt x="12576" y="33"/>
                  </a:lnTo>
                  <a:lnTo>
                    <a:pt x="12576" y="9840"/>
                  </a:lnTo>
                  <a:lnTo>
                    <a:pt x="0" y="23217"/>
                  </a:lnTo>
                  <a:lnTo>
                    <a:pt x="7005" y="29121"/>
                  </a:lnTo>
                  <a:lnTo>
                    <a:pt x="21082" y="16612"/>
                  </a:lnTo>
                  <a:cubicBezTo>
                    <a:pt x="23617" y="14344"/>
                    <a:pt x="25085" y="11075"/>
                    <a:pt x="25085" y="7672"/>
                  </a:cubicBezTo>
                  <a:lnTo>
                    <a:pt x="25085" y="0"/>
                  </a:lnTo>
                  <a:close/>
                </a:path>
              </a:pathLst>
            </a:custGeom>
            <a:solidFill>
              <a:srgbClr val="FCC5BE"/>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2" name="Google Shape;283;p32"/>
            <p:cNvSpPr/>
            <p:nvPr/>
          </p:nvSpPr>
          <p:spPr>
            <a:xfrm>
              <a:off x="7626960" y="3850560"/>
              <a:ext cx="345240" cy="169200"/>
            </a:xfrm>
            <a:custGeom>
              <a:avLst/>
              <a:gdLst>
                <a:gd name="textAreaLeft" fmla="*/ 0 w 345240"/>
                <a:gd name="textAreaRight" fmla="*/ 345600 w 345240"/>
                <a:gd name="textAreaTop" fmla="*/ 0 h 169200"/>
                <a:gd name="textAreaBottom" fmla="*/ 169560 h 169200"/>
              </a:gdLst>
              <a:ahLst/>
              <a:cxnLst/>
              <a:rect l="textAreaLeft" t="textAreaTop" r="textAreaRight" b="textAreaBottom"/>
              <a:pathLst>
                <a:path w="12509" h="6139">
                  <a:moveTo>
                    <a:pt x="0" y="1"/>
                  </a:moveTo>
                  <a:lnTo>
                    <a:pt x="0" y="6139"/>
                  </a:lnTo>
                  <a:lnTo>
                    <a:pt x="12509" y="5371"/>
                  </a:lnTo>
                  <a:lnTo>
                    <a:pt x="12509" y="1"/>
                  </a:lnTo>
                  <a:close/>
                </a:path>
              </a:pathLst>
            </a:custGeom>
            <a:solidFill>
              <a:srgbClr val="FCC5BE"/>
            </a:solidFill>
            <a:ln w="0">
              <a:noFill/>
            </a:ln>
          </p:spPr>
          <p:style>
            <a:lnRef idx="0">
              <a:scrgbClr r="0" g="0" b="0"/>
            </a:lnRef>
            <a:fillRef idx="0">
              <a:scrgbClr r="0" g="0" b="0"/>
            </a:fillRef>
            <a:effectRef idx="0">
              <a:scrgbClr r="0" g="0" b="0"/>
            </a:effectRef>
            <a:fontRef idx="minor"/>
          </p:style>
          <p:txBody>
            <a:bodyPr tIns="84600" bIns="84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3" name="Google Shape;284;p32"/>
            <p:cNvSpPr/>
            <p:nvPr/>
          </p:nvSpPr>
          <p:spPr>
            <a:xfrm>
              <a:off x="7511040" y="3321720"/>
              <a:ext cx="549000" cy="646560"/>
            </a:xfrm>
            <a:custGeom>
              <a:avLst/>
              <a:gdLst>
                <a:gd name="textAreaLeft" fmla="*/ 0 w 549000"/>
                <a:gd name="textAreaRight" fmla="*/ 549360 w 549000"/>
                <a:gd name="textAreaTop" fmla="*/ 0 h 646560"/>
                <a:gd name="textAreaBottom" fmla="*/ 646920 h 646560"/>
              </a:gdLst>
              <a:ahLst/>
              <a:cxnLst/>
              <a:rect l="textAreaLeft" t="textAreaTop" r="textAreaRight" b="textAreaBottom"/>
              <a:pathLst>
                <a:path w="19881" h="23418">
                  <a:moveTo>
                    <a:pt x="2168" y="1"/>
                  </a:moveTo>
                  <a:lnTo>
                    <a:pt x="0" y="23418"/>
                  </a:lnTo>
                  <a:lnTo>
                    <a:pt x="19881" y="22183"/>
                  </a:lnTo>
                  <a:lnTo>
                    <a:pt x="13176" y="4437"/>
                  </a:lnTo>
                  <a:cubicBezTo>
                    <a:pt x="11942" y="1735"/>
                    <a:pt x="9273" y="1"/>
                    <a:pt x="6338"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4" name="Google Shape;285;p32"/>
            <p:cNvSpPr/>
            <p:nvPr/>
          </p:nvSpPr>
          <p:spPr>
            <a:xfrm>
              <a:off x="7511040" y="3321720"/>
              <a:ext cx="312840" cy="646560"/>
            </a:xfrm>
            <a:custGeom>
              <a:avLst/>
              <a:gdLst>
                <a:gd name="textAreaLeft" fmla="*/ 0 w 312840"/>
                <a:gd name="textAreaRight" fmla="*/ 313200 w 312840"/>
                <a:gd name="textAreaTop" fmla="*/ 0 h 646560"/>
                <a:gd name="textAreaBottom" fmla="*/ 646920 h 646560"/>
              </a:gdLst>
              <a:ahLst/>
              <a:cxnLst/>
              <a:rect l="textAreaLeft" t="textAreaTop" r="textAreaRight" b="textAreaBottom"/>
              <a:pathLst>
                <a:path w="11342" h="23418">
                  <a:moveTo>
                    <a:pt x="2168" y="1"/>
                  </a:moveTo>
                  <a:lnTo>
                    <a:pt x="0" y="23418"/>
                  </a:lnTo>
                  <a:lnTo>
                    <a:pt x="0" y="23418"/>
                  </a:lnTo>
                  <a:lnTo>
                    <a:pt x="11341" y="22684"/>
                  </a:lnTo>
                  <a:lnTo>
                    <a:pt x="3402" y="1"/>
                  </a:lnTo>
                  <a:close/>
                </a:path>
              </a:pathLst>
            </a:custGeom>
            <a:solidFill>
              <a:srgbClr val="3F3FD8"/>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5" name="Google Shape;286;p32"/>
            <p:cNvSpPr/>
            <p:nvPr/>
          </p:nvSpPr>
          <p:spPr>
            <a:xfrm>
              <a:off x="7140600" y="3733560"/>
              <a:ext cx="25560" cy="488160"/>
            </a:xfrm>
            <a:custGeom>
              <a:avLst/>
              <a:gdLst>
                <a:gd name="textAreaLeft" fmla="*/ 0 w 25560"/>
                <a:gd name="textAreaRight" fmla="*/ 25920 w 25560"/>
                <a:gd name="textAreaTop" fmla="*/ 0 h 488160"/>
                <a:gd name="textAreaBottom" fmla="*/ 488520 h 488160"/>
              </a:gdLst>
              <a:ahLst/>
              <a:cxnLst/>
              <a:rect l="textAreaLeft" t="textAreaTop" r="textAreaRight" b="textAreaBottom"/>
              <a:pathLst>
                <a:path w="935" h="17680">
                  <a:moveTo>
                    <a:pt x="434" y="0"/>
                  </a:moveTo>
                  <a:cubicBezTo>
                    <a:pt x="267" y="34"/>
                    <a:pt x="101" y="201"/>
                    <a:pt x="101" y="401"/>
                  </a:cubicBezTo>
                  <a:lnTo>
                    <a:pt x="0" y="17246"/>
                  </a:lnTo>
                  <a:cubicBezTo>
                    <a:pt x="0" y="17513"/>
                    <a:pt x="167" y="17680"/>
                    <a:pt x="434" y="17680"/>
                  </a:cubicBezTo>
                  <a:cubicBezTo>
                    <a:pt x="668" y="17680"/>
                    <a:pt x="834" y="17513"/>
                    <a:pt x="834" y="17246"/>
                  </a:cubicBezTo>
                  <a:lnTo>
                    <a:pt x="934" y="401"/>
                  </a:lnTo>
                  <a:cubicBezTo>
                    <a:pt x="934" y="267"/>
                    <a:pt x="901" y="201"/>
                    <a:pt x="801" y="101"/>
                  </a:cubicBezTo>
                  <a:lnTo>
                    <a:pt x="501" y="401"/>
                  </a:lnTo>
                  <a:lnTo>
                    <a:pt x="434" y="0"/>
                  </a:lnTo>
                  <a:close/>
                </a:path>
              </a:pathLst>
            </a:custGeom>
            <a:solidFill>
              <a:srgbClr val="7789F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6" name="Google Shape;287;p32"/>
            <p:cNvSpPr/>
            <p:nvPr/>
          </p:nvSpPr>
          <p:spPr>
            <a:xfrm>
              <a:off x="6736680" y="2652120"/>
              <a:ext cx="222480" cy="236160"/>
            </a:xfrm>
            <a:custGeom>
              <a:avLst/>
              <a:gdLst>
                <a:gd name="textAreaLeft" fmla="*/ 0 w 222480"/>
                <a:gd name="textAreaRight" fmla="*/ 222840 w 222480"/>
                <a:gd name="textAreaTop" fmla="*/ 0 h 236160"/>
                <a:gd name="textAreaBottom" fmla="*/ 236520 h 236160"/>
              </a:gdLst>
              <a:ahLst/>
              <a:cxnLst/>
              <a:rect l="textAreaLeft" t="textAreaTop" r="textAreaRight" b="textAreaBottom"/>
              <a:pathLst>
                <a:path w="8073" h="8563">
                  <a:moveTo>
                    <a:pt x="3830" y="0"/>
                  </a:moveTo>
                  <a:cubicBezTo>
                    <a:pt x="2380" y="0"/>
                    <a:pt x="1150" y="1024"/>
                    <a:pt x="701" y="2157"/>
                  </a:cubicBezTo>
                  <a:cubicBezTo>
                    <a:pt x="0" y="3859"/>
                    <a:pt x="600" y="5960"/>
                    <a:pt x="2035" y="7294"/>
                  </a:cubicBezTo>
                  <a:cubicBezTo>
                    <a:pt x="3308" y="8507"/>
                    <a:pt x="5078" y="8562"/>
                    <a:pt x="6968" y="8562"/>
                  </a:cubicBezTo>
                  <a:cubicBezTo>
                    <a:pt x="7157" y="8562"/>
                    <a:pt x="7348" y="8562"/>
                    <a:pt x="7539" y="8562"/>
                  </a:cubicBezTo>
                  <a:cubicBezTo>
                    <a:pt x="7672" y="5293"/>
                    <a:pt x="8072" y="4159"/>
                    <a:pt x="6371" y="1123"/>
                  </a:cubicBezTo>
                  <a:cubicBezTo>
                    <a:pt x="5521" y="321"/>
                    <a:pt x="4641" y="0"/>
                    <a:pt x="3830" y="0"/>
                  </a:cubicBezTo>
                  <a:close/>
                </a:path>
              </a:pathLst>
            </a:custGeom>
            <a:solidFill>
              <a:srgbClr val="FCC5BE"/>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7" name="Google Shape;288;p32"/>
            <p:cNvSpPr/>
            <p:nvPr/>
          </p:nvSpPr>
          <p:spPr>
            <a:xfrm>
              <a:off x="7273080" y="4055400"/>
              <a:ext cx="389520" cy="407880"/>
            </a:xfrm>
            <a:custGeom>
              <a:avLst/>
              <a:gdLst>
                <a:gd name="textAreaLeft" fmla="*/ 0 w 389520"/>
                <a:gd name="textAreaRight" fmla="*/ 389880 w 389520"/>
                <a:gd name="textAreaTop" fmla="*/ 0 h 407880"/>
                <a:gd name="textAreaBottom" fmla="*/ 408240 h 407880"/>
              </a:gdLst>
              <a:ahLst/>
              <a:cxnLst/>
              <a:rect l="textAreaLeft" t="textAreaTop" r="textAreaRight" b="textAreaBottom"/>
              <a:pathLst>
                <a:path w="14111" h="14778">
                  <a:moveTo>
                    <a:pt x="13761" y="0"/>
                  </a:moveTo>
                  <a:cubicBezTo>
                    <a:pt x="13686" y="0"/>
                    <a:pt x="13611" y="34"/>
                    <a:pt x="13544" y="100"/>
                  </a:cubicBezTo>
                  <a:lnTo>
                    <a:pt x="134" y="14277"/>
                  </a:lnTo>
                  <a:cubicBezTo>
                    <a:pt x="1" y="14410"/>
                    <a:pt x="1" y="14577"/>
                    <a:pt x="134" y="14677"/>
                  </a:cubicBezTo>
                  <a:cubicBezTo>
                    <a:pt x="201" y="14744"/>
                    <a:pt x="268" y="14777"/>
                    <a:pt x="334" y="14777"/>
                  </a:cubicBezTo>
                  <a:cubicBezTo>
                    <a:pt x="435" y="14777"/>
                    <a:pt x="501" y="14744"/>
                    <a:pt x="535" y="14677"/>
                  </a:cubicBezTo>
                  <a:lnTo>
                    <a:pt x="13978" y="501"/>
                  </a:lnTo>
                  <a:cubicBezTo>
                    <a:pt x="14111" y="400"/>
                    <a:pt x="14111" y="234"/>
                    <a:pt x="13978" y="100"/>
                  </a:cubicBezTo>
                  <a:cubicBezTo>
                    <a:pt x="13911" y="34"/>
                    <a:pt x="13836" y="0"/>
                    <a:pt x="13761" y="0"/>
                  </a:cubicBezTo>
                  <a:close/>
                </a:path>
              </a:pathLst>
            </a:custGeom>
            <a:solidFill>
              <a:srgbClr val="FCC5BE"/>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8" name="Google Shape;289;p32"/>
            <p:cNvSpPr/>
            <p:nvPr/>
          </p:nvSpPr>
          <p:spPr>
            <a:xfrm>
              <a:off x="6785640" y="2694240"/>
              <a:ext cx="95400" cy="151560"/>
            </a:xfrm>
            <a:custGeom>
              <a:avLst/>
              <a:gdLst>
                <a:gd name="textAreaLeft" fmla="*/ 0 w 95400"/>
                <a:gd name="textAreaRight" fmla="*/ 95760 w 95400"/>
                <a:gd name="textAreaTop" fmla="*/ 0 h 151560"/>
                <a:gd name="textAreaBottom" fmla="*/ 151920 h 151560"/>
              </a:gdLst>
              <a:ahLst/>
              <a:cxnLst/>
              <a:rect l="textAreaLeft" t="textAreaTop" r="textAreaRight" b="textAreaBottom"/>
              <a:pathLst>
                <a:path w="3471" h="5505">
                  <a:moveTo>
                    <a:pt x="468" y="1"/>
                  </a:moveTo>
                  <a:cubicBezTo>
                    <a:pt x="301" y="1"/>
                    <a:pt x="168" y="101"/>
                    <a:pt x="134" y="267"/>
                  </a:cubicBezTo>
                  <a:cubicBezTo>
                    <a:pt x="134" y="301"/>
                    <a:pt x="1" y="1135"/>
                    <a:pt x="301" y="2169"/>
                  </a:cubicBezTo>
                  <a:cubicBezTo>
                    <a:pt x="601" y="3169"/>
                    <a:pt x="1269" y="4537"/>
                    <a:pt x="3003" y="5471"/>
                  </a:cubicBezTo>
                  <a:cubicBezTo>
                    <a:pt x="3070" y="5504"/>
                    <a:pt x="3103" y="5504"/>
                    <a:pt x="3137" y="5504"/>
                  </a:cubicBezTo>
                  <a:cubicBezTo>
                    <a:pt x="3237" y="5504"/>
                    <a:pt x="3337" y="5471"/>
                    <a:pt x="3403" y="5304"/>
                  </a:cubicBezTo>
                  <a:cubicBezTo>
                    <a:pt x="3470" y="5171"/>
                    <a:pt x="3403" y="5004"/>
                    <a:pt x="3270" y="4904"/>
                  </a:cubicBezTo>
                  <a:cubicBezTo>
                    <a:pt x="635" y="3503"/>
                    <a:pt x="635" y="34"/>
                    <a:pt x="468" y="1"/>
                  </a:cubicBezTo>
                  <a:close/>
                </a:path>
              </a:pathLst>
            </a:custGeom>
            <a:solidFill>
              <a:srgbClr val="FCC5BE"/>
            </a:solidFill>
            <a:ln w="0">
              <a:noFill/>
            </a:ln>
          </p:spPr>
          <p:style>
            <a:lnRef idx="0">
              <a:scrgbClr r="0" g="0" b="0"/>
            </a:lnRef>
            <a:fillRef idx="0">
              <a:scrgbClr r="0" g="0" b="0"/>
            </a:fillRef>
            <a:effectRef idx="0">
              <a:scrgbClr r="0" g="0" b="0"/>
            </a:effectRef>
            <a:fontRef idx="minor"/>
          </p:style>
          <p:txBody>
            <a:bodyPr tIns="75960" bIns="75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9" name="Google Shape;290;p32"/>
            <p:cNvSpPr/>
            <p:nvPr/>
          </p:nvSpPr>
          <p:spPr>
            <a:xfrm>
              <a:off x="6559920" y="2283480"/>
              <a:ext cx="551520" cy="934560"/>
            </a:xfrm>
            <a:custGeom>
              <a:avLst/>
              <a:gdLst>
                <a:gd name="textAreaLeft" fmla="*/ 0 w 551520"/>
                <a:gd name="textAreaRight" fmla="*/ 551880 w 551520"/>
                <a:gd name="textAreaTop" fmla="*/ 0 h 934560"/>
                <a:gd name="textAreaBottom" fmla="*/ 934920 h 934560"/>
              </a:gdLst>
              <a:ahLst/>
              <a:cxnLst/>
              <a:rect l="textAreaLeft" t="textAreaTop" r="textAreaRight" b="textAreaBottom"/>
              <a:pathLst>
                <a:path w="19982" h="33849">
                  <a:moveTo>
                    <a:pt x="6839" y="16470"/>
                  </a:moveTo>
                  <a:cubicBezTo>
                    <a:pt x="6805" y="16570"/>
                    <a:pt x="6805" y="16670"/>
                    <a:pt x="6805" y="16803"/>
                  </a:cubicBezTo>
                  <a:cubicBezTo>
                    <a:pt x="5471" y="18705"/>
                    <a:pt x="4404" y="20806"/>
                    <a:pt x="3837" y="23074"/>
                  </a:cubicBezTo>
                  <a:cubicBezTo>
                    <a:pt x="3770" y="23408"/>
                    <a:pt x="3736" y="23708"/>
                    <a:pt x="3670" y="24042"/>
                  </a:cubicBezTo>
                  <a:cubicBezTo>
                    <a:pt x="3436" y="23375"/>
                    <a:pt x="3303" y="22674"/>
                    <a:pt x="3336" y="21974"/>
                  </a:cubicBezTo>
                  <a:cubicBezTo>
                    <a:pt x="3470" y="20139"/>
                    <a:pt x="4470" y="18404"/>
                    <a:pt x="5905" y="17204"/>
                  </a:cubicBezTo>
                  <a:cubicBezTo>
                    <a:pt x="6172" y="16970"/>
                    <a:pt x="6505" y="16703"/>
                    <a:pt x="6839" y="16470"/>
                  </a:cubicBezTo>
                  <a:close/>
                  <a:moveTo>
                    <a:pt x="18955" y="1"/>
                  </a:moveTo>
                  <a:cubicBezTo>
                    <a:pt x="15372" y="1"/>
                    <a:pt x="10577" y="1076"/>
                    <a:pt x="8273" y="3227"/>
                  </a:cubicBezTo>
                  <a:cubicBezTo>
                    <a:pt x="5905" y="5462"/>
                    <a:pt x="5805" y="9164"/>
                    <a:pt x="6739" y="12467"/>
                  </a:cubicBezTo>
                  <a:cubicBezTo>
                    <a:pt x="6005" y="13034"/>
                    <a:pt x="5738" y="14068"/>
                    <a:pt x="6172" y="14969"/>
                  </a:cubicBezTo>
                  <a:lnTo>
                    <a:pt x="6172" y="15002"/>
                  </a:lnTo>
                  <a:cubicBezTo>
                    <a:pt x="6305" y="15235"/>
                    <a:pt x="6505" y="15502"/>
                    <a:pt x="6739" y="15669"/>
                  </a:cubicBezTo>
                  <a:cubicBezTo>
                    <a:pt x="6172" y="15836"/>
                    <a:pt x="5671" y="16036"/>
                    <a:pt x="5137" y="16203"/>
                  </a:cubicBezTo>
                  <a:cubicBezTo>
                    <a:pt x="3269" y="16970"/>
                    <a:pt x="1368" y="18138"/>
                    <a:pt x="634" y="20006"/>
                  </a:cubicBezTo>
                  <a:cubicBezTo>
                    <a:pt x="0" y="21573"/>
                    <a:pt x="267" y="23475"/>
                    <a:pt x="1335" y="24809"/>
                  </a:cubicBezTo>
                  <a:cubicBezTo>
                    <a:pt x="1935" y="25510"/>
                    <a:pt x="2702" y="26043"/>
                    <a:pt x="3603" y="26343"/>
                  </a:cubicBezTo>
                  <a:cubicBezTo>
                    <a:pt x="3703" y="28211"/>
                    <a:pt x="4270" y="30013"/>
                    <a:pt x="5438" y="31480"/>
                  </a:cubicBezTo>
                  <a:cubicBezTo>
                    <a:pt x="6338" y="32581"/>
                    <a:pt x="7606" y="33415"/>
                    <a:pt x="9007" y="33849"/>
                  </a:cubicBezTo>
                  <a:cubicBezTo>
                    <a:pt x="9007" y="33182"/>
                    <a:pt x="9040" y="32481"/>
                    <a:pt x="9107" y="31814"/>
                  </a:cubicBezTo>
                  <a:cubicBezTo>
                    <a:pt x="8640" y="31214"/>
                    <a:pt x="8273" y="30546"/>
                    <a:pt x="8106" y="29879"/>
                  </a:cubicBezTo>
                  <a:cubicBezTo>
                    <a:pt x="7773" y="28745"/>
                    <a:pt x="7706" y="27644"/>
                    <a:pt x="7839" y="26477"/>
                  </a:cubicBezTo>
                  <a:lnTo>
                    <a:pt x="7839" y="26477"/>
                  </a:lnTo>
                  <a:cubicBezTo>
                    <a:pt x="8173" y="27644"/>
                    <a:pt x="8707" y="28712"/>
                    <a:pt x="9441" y="29713"/>
                  </a:cubicBezTo>
                  <a:cubicBezTo>
                    <a:pt x="10008" y="27111"/>
                    <a:pt x="11142" y="24576"/>
                    <a:pt x="13043" y="22174"/>
                  </a:cubicBezTo>
                  <a:cubicBezTo>
                    <a:pt x="18680" y="15202"/>
                    <a:pt x="19981" y="6796"/>
                    <a:pt x="19848" y="25"/>
                  </a:cubicBezTo>
                  <a:cubicBezTo>
                    <a:pt x="19561" y="9"/>
                    <a:pt x="19263" y="1"/>
                    <a:pt x="18955" y="1"/>
                  </a:cubicBez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0" name="Google Shape;291;p32"/>
            <p:cNvSpPr/>
            <p:nvPr/>
          </p:nvSpPr>
          <p:spPr>
            <a:xfrm>
              <a:off x="6148800" y="3344040"/>
              <a:ext cx="911160" cy="1251000"/>
            </a:xfrm>
            <a:custGeom>
              <a:avLst/>
              <a:gdLst>
                <a:gd name="textAreaLeft" fmla="*/ 0 w 911160"/>
                <a:gd name="textAreaRight" fmla="*/ 911520 w 911160"/>
                <a:gd name="textAreaTop" fmla="*/ 0 h 1251000"/>
                <a:gd name="textAreaBottom" fmla="*/ 1251360 h 1251000"/>
              </a:gdLst>
              <a:ahLst/>
              <a:cxnLst/>
              <a:rect l="textAreaLeft" t="textAreaTop" r="textAreaRight" b="textAreaBottom"/>
              <a:pathLst>
                <a:path w="32991" h="45300">
                  <a:moveTo>
                    <a:pt x="24318" y="0"/>
                  </a:moveTo>
                  <a:cubicBezTo>
                    <a:pt x="23384" y="467"/>
                    <a:pt x="22516" y="1101"/>
                    <a:pt x="21849" y="1868"/>
                  </a:cubicBezTo>
                  <a:lnTo>
                    <a:pt x="9707" y="16846"/>
                  </a:lnTo>
                  <a:lnTo>
                    <a:pt x="13710" y="18981"/>
                  </a:lnTo>
                  <a:lnTo>
                    <a:pt x="0" y="37961"/>
                  </a:lnTo>
                  <a:lnTo>
                    <a:pt x="10141" y="45299"/>
                  </a:lnTo>
                  <a:lnTo>
                    <a:pt x="23183" y="27187"/>
                  </a:lnTo>
                  <a:lnTo>
                    <a:pt x="24818" y="24952"/>
                  </a:lnTo>
                  <a:lnTo>
                    <a:pt x="24951" y="25018"/>
                  </a:lnTo>
                  <a:cubicBezTo>
                    <a:pt x="25618" y="27020"/>
                    <a:pt x="26386" y="29121"/>
                    <a:pt x="27186" y="30856"/>
                  </a:cubicBezTo>
                  <a:lnTo>
                    <a:pt x="32957" y="17513"/>
                  </a:lnTo>
                  <a:cubicBezTo>
                    <a:pt x="32990" y="17513"/>
                    <a:pt x="26152" y="9507"/>
                    <a:pt x="24318" y="0"/>
                  </a:cubicBez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1" name="Google Shape;292;p32"/>
            <p:cNvSpPr/>
            <p:nvPr/>
          </p:nvSpPr>
          <p:spPr>
            <a:xfrm>
              <a:off x="6204960" y="4708800"/>
              <a:ext cx="810720" cy="130680"/>
            </a:xfrm>
            <a:custGeom>
              <a:avLst/>
              <a:gdLst>
                <a:gd name="textAreaLeft" fmla="*/ 0 w 810720"/>
                <a:gd name="textAreaRight" fmla="*/ 811080 w 810720"/>
                <a:gd name="textAreaTop" fmla="*/ 0 h 130680"/>
                <a:gd name="textAreaBottom" fmla="*/ 131040 h 130680"/>
              </a:gdLst>
              <a:ahLst/>
              <a:cxnLst/>
              <a:rect l="textAreaLeft" t="textAreaTop" r="textAreaRight" b="textAreaBottom"/>
              <a:pathLst>
                <a:path w="29356" h="4738">
                  <a:moveTo>
                    <a:pt x="1" y="0"/>
                  </a:moveTo>
                  <a:lnTo>
                    <a:pt x="1" y="4737"/>
                  </a:lnTo>
                  <a:lnTo>
                    <a:pt x="27020" y="4737"/>
                  </a:lnTo>
                  <a:cubicBezTo>
                    <a:pt x="28321" y="4737"/>
                    <a:pt x="29355" y="3670"/>
                    <a:pt x="29355" y="2335"/>
                  </a:cubicBezTo>
                  <a:cubicBezTo>
                    <a:pt x="29355" y="1068"/>
                    <a:pt x="28321" y="0"/>
                    <a:pt x="27020"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5520" bIns="65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2" name="Google Shape;293;p32"/>
            <p:cNvSpPr/>
            <p:nvPr/>
          </p:nvSpPr>
          <p:spPr>
            <a:xfrm>
              <a:off x="5432760" y="4016520"/>
              <a:ext cx="1155960" cy="822600"/>
            </a:xfrm>
            <a:custGeom>
              <a:avLst/>
              <a:gdLst>
                <a:gd name="textAreaLeft" fmla="*/ 0 w 1155960"/>
                <a:gd name="textAreaRight" fmla="*/ 1156320 w 1155960"/>
                <a:gd name="textAreaTop" fmla="*/ 0 h 822600"/>
                <a:gd name="textAreaBottom" fmla="*/ 822960 h 822600"/>
              </a:gdLst>
              <a:ahLst/>
              <a:cxnLst/>
              <a:rect l="textAreaLeft" t="textAreaTop" r="textAreaRight" b="textAreaBottom"/>
              <a:pathLst>
                <a:path w="41864" h="29789">
                  <a:moveTo>
                    <a:pt x="3703" y="0"/>
                  </a:moveTo>
                  <a:cubicBezTo>
                    <a:pt x="1568" y="0"/>
                    <a:pt x="1" y="2002"/>
                    <a:pt x="434" y="4103"/>
                  </a:cubicBezTo>
                  <a:lnTo>
                    <a:pt x="5671" y="27186"/>
                  </a:lnTo>
                  <a:cubicBezTo>
                    <a:pt x="6005" y="28687"/>
                    <a:pt x="7373" y="29788"/>
                    <a:pt x="8907" y="29788"/>
                  </a:cubicBezTo>
                  <a:lnTo>
                    <a:pt x="38095" y="29788"/>
                  </a:lnTo>
                  <a:cubicBezTo>
                    <a:pt x="40263" y="29788"/>
                    <a:pt x="41864" y="27820"/>
                    <a:pt x="41364" y="25685"/>
                  </a:cubicBezTo>
                  <a:lnTo>
                    <a:pt x="36126" y="2602"/>
                  </a:lnTo>
                  <a:cubicBezTo>
                    <a:pt x="35793" y="1101"/>
                    <a:pt x="34425" y="0"/>
                    <a:pt x="32891"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3" name="Google Shape;294;p32"/>
            <p:cNvSpPr/>
            <p:nvPr/>
          </p:nvSpPr>
          <p:spPr>
            <a:xfrm>
              <a:off x="6342480" y="4017600"/>
              <a:ext cx="338760" cy="822600"/>
            </a:xfrm>
            <a:custGeom>
              <a:avLst/>
              <a:gdLst>
                <a:gd name="textAreaLeft" fmla="*/ 0 w 338760"/>
                <a:gd name="textAreaRight" fmla="*/ 339120 w 338760"/>
                <a:gd name="textAreaTop" fmla="*/ 0 h 822600"/>
                <a:gd name="textAreaBottom" fmla="*/ 822960 h 822600"/>
              </a:gdLst>
              <a:ahLst/>
              <a:cxnLst/>
              <a:rect l="textAreaLeft" t="textAreaTop" r="textAreaRight" b="textAreaBottom"/>
              <a:pathLst>
                <a:path w="12276" h="29789">
                  <a:moveTo>
                    <a:pt x="0" y="1"/>
                  </a:moveTo>
                  <a:cubicBezTo>
                    <a:pt x="1535" y="1"/>
                    <a:pt x="2936" y="1101"/>
                    <a:pt x="3269" y="2602"/>
                  </a:cubicBezTo>
                  <a:lnTo>
                    <a:pt x="8473" y="25686"/>
                  </a:lnTo>
                  <a:cubicBezTo>
                    <a:pt x="8940" y="27787"/>
                    <a:pt x="7339" y="29788"/>
                    <a:pt x="5204" y="29788"/>
                  </a:cubicBezTo>
                  <a:lnTo>
                    <a:pt x="8540" y="29788"/>
                  </a:lnTo>
                  <a:cubicBezTo>
                    <a:pt x="10674" y="29755"/>
                    <a:pt x="12276" y="27787"/>
                    <a:pt x="11809" y="25686"/>
                  </a:cubicBezTo>
                  <a:lnTo>
                    <a:pt x="6605" y="2602"/>
                  </a:lnTo>
                  <a:cubicBezTo>
                    <a:pt x="6271" y="1068"/>
                    <a:pt x="4870" y="1"/>
                    <a:pt x="3336"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4" name="Google Shape;295;p32"/>
            <p:cNvSpPr/>
            <p:nvPr/>
          </p:nvSpPr>
          <p:spPr>
            <a:xfrm>
              <a:off x="5429160" y="4017600"/>
              <a:ext cx="1132920" cy="822600"/>
            </a:xfrm>
            <a:custGeom>
              <a:avLst/>
              <a:gdLst>
                <a:gd name="textAreaLeft" fmla="*/ 0 w 1132920"/>
                <a:gd name="textAreaRight" fmla="*/ 1133280 w 1132920"/>
                <a:gd name="textAreaTop" fmla="*/ 0 h 822600"/>
                <a:gd name="textAreaBottom" fmla="*/ 822960 h 822600"/>
              </a:gdLst>
              <a:ahLst/>
              <a:cxnLst/>
              <a:rect l="textAreaLeft" t="textAreaTop" r="textAreaRight" b="textAreaBottom"/>
              <a:pathLst>
                <a:path w="41030" h="29789">
                  <a:moveTo>
                    <a:pt x="3836" y="1"/>
                  </a:moveTo>
                  <a:cubicBezTo>
                    <a:pt x="1701" y="1"/>
                    <a:pt x="134" y="2002"/>
                    <a:pt x="567" y="4103"/>
                  </a:cubicBezTo>
                  <a:lnTo>
                    <a:pt x="5804" y="27187"/>
                  </a:lnTo>
                  <a:cubicBezTo>
                    <a:pt x="6138" y="28754"/>
                    <a:pt x="7506" y="29788"/>
                    <a:pt x="9040" y="29788"/>
                  </a:cubicBezTo>
                  <a:lnTo>
                    <a:pt x="38228" y="29788"/>
                  </a:lnTo>
                  <a:cubicBezTo>
                    <a:pt x="39395" y="29755"/>
                    <a:pt x="40396" y="29155"/>
                    <a:pt x="41030" y="28287"/>
                  </a:cubicBezTo>
                  <a:cubicBezTo>
                    <a:pt x="0" y="28287"/>
                    <a:pt x="10141" y="2135"/>
                    <a:pt x="11742" y="1"/>
                  </a:cubicBez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5" name="Google Shape;296;p32"/>
            <p:cNvSpPr/>
            <p:nvPr/>
          </p:nvSpPr>
          <p:spPr>
            <a:xfrm>
              <a:off x="5803200" y="4273560"/>
              <a:ext cx="317520" cy="303840"/>
            </a:xfrm>
            <a:custGeom>
              <a:avLst/>
              <a:gdLst>
                <a:gd name="textAreaLeft" fmla="*/ 0 w 317520"/>
                <a:gd name="textAreaRight" fmla="*/ 317880 w 317520"/>
                <a:gd name="textAreaTop" fmla="*/ 0 h 303840"/>
                <a:gd name="textAreaBottom" fmla="*/ 304200 h 303840"/>
              </a:gdLst>
              <a:ahLst/>
              <a:cxnLst/>
              <a:rect l="textAreaLeft" t="textAreaTop" r="textAreaRight" b="textAreaBottom"/>
              <a:pathLst>
                <a:path w="11509" h="11009">
                  <a:moveTo>
                    <a:pt x="10341" y="1"/>
                  </a:moveTo>
                  <a:cubicBezTo>
                    <a:pt x="9007" y="1"/>
                    <a:pt x="7706" y="568"/>
                    <a:pt x="6672" y="1569"/>
                  </a:cubicBezTo>
                  <a:cubicBezTo>
                    <a:pt x="6138" y="1368"/>
                    <a:pt x="5504" y="1235"/>
                    <a:pt x="4870" y="1235"/>
                  </a:cubicBezTo>
                  <a:cubicBezTo>
                    <a:pt x="2168" y="1235"/>
                    <a:pt x="0" y="3437"/>
                    <a:pt x="0" y="6139"/>
                  </a:cubicBezTo>
                  <a:cubicBezTo>
                    <a:pt x="0" y="8840"/>
                    <a:pt x="2202" y="11009"/>
                    <a:pt x="4870" y="11009"/>
                  </a:cubicBezTo>
                  <a:cubicBezTo>
                    <a:pt x="7572" y="11009"/>
                    <a:pt x="9741" y="8807"/>
                    <a:pt x="9741" y="6139"/>
                  </a:cubicBezTo>
                  <a:cubicBezTo>
                    <a:pt x="9741" y="5672"/>
                    <a:pt x="9674" y="5238"/>
                    <a:pt x="9574" y="4838"/>
                  </a:cubicBezTo>
                  <a:cubicBezTo>
                    <a:pt x="9707" y="4704"/>
                    <a:pt x="9841" y="4637"/>
                    <a:pt x="9974" y="4504"/>
                  </a:cubicBezTo>
                  <a:cubicBezTo>
                    <a:pt x="11041" y="3403"/>
                    <a:pt x="11508" y="1735"/>
                    <a:pt x="11108" y="301"/>
                  </a:cubicBezTo>
                  <a:cubicBezTo>
                    <a:pt x="11041" y="134"/>
                    <a:pt x="10875" y="1"/>
                    <a:pt x="10708" y="1"/>
                  </a:cubicBezTo>
                  <a:close/>
                </a:path>
              </a:pathLst>
            </a:custGeom>
            <a:solidFill>
              <a:srgbClr val="F5FD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6" name="Google Shape;297;p32"/>
            <p:cNvSpPr/>
            <p:nvPr/>
          </p:nvSpPr>
          <p:spPr>
            <a:xfrm>
              <a:off x="5929560" y="4260960"/>
              <a:ext cx="204120" cy="186840"/>
            </a:xfrm>
            <a:custGeom>
              <a:avLst/>
              <a:gdLst>
                <a:gd name="textAreaLeft" fmla="*/ 0 w 204120"/>
                <a:gd name="textAreaRight" fmla="*/ 204480 w 204120"/>
                <a:gd name="textAreaTop" fmla="*/ 0 h 186840"/>
                <a:gd name="textAreaBottom" fmla="*/ 187200 h 186840"/>
              </a:gdLst>
              <a:ahLst/>
              <a:cxnLst/>
              <a:rect l="textAreaLeft" t="textAreaTop" r="textAreaRight" b="textAreaBottom"/>
              <a:pathLst>
                <a:path w="7406" h="6773">
                  <a:moveTo>
                    <a:pt x="6138" y="835"/>
                  </a:moveTo>
                  <a:cubicBezTo>
                    <a:pt x="6538" y="2169"/>
                    <a:pt x="6105" y="3637"/>
                    <a:pt x="5137" y="4637"/>
                  </a:cubicBezTo>
                  <a:cubicBezTo>
                    <a:pt x="4303" y="5471"/>
                    <a:pt x="3069" y="5872"/>
                    <a:pt x="1601" y="5872"/>
                  </a:cubicBezTo>
                  <a:cubicBezTo>
                    <a:pt x="1401" y="5872"/>
                    <a:pt x="1168" y="5872"/>
                    <a:pt x="934" y="5838"/>
                  </a:cubicBezTo>
                  <a:cubicBezTo>
                    <a:pt x="801" y="3303"/>
                    <a:pt x="3202" y="835"/>
                    <a:pt x="5771" y="835"/>
                  </a:cubicBezTo>
                  <a:close/>
                  <a:moveTo>
                    <a:pt x="5771" y="1"/>
                  </a:moveTo>
                  <a:cubicBezTo>
                    <a:pt x="4270" y="1"/>
                    <a:pt x="2802" y="668"/>
                    <a:pt x="1668" y="1835"/>
                  </a:cubicBezTo>
                  <a:cubicBezTo>
                    <a:pt x="601" y="3003"/>
                    <a:pt x="0" y="4471"/>
                    <a:pt x="100" y="5938"/>
                  </a:cubicBezTo>
                  <a:cubicBezTo>
                    <a:pt x="134" y="6339"/>
                    <a:pt x="467" y="6672"/>
                    <a:pt x="901" y="6706"/>
                  </a:cubicBezTo>
                  <a:cubicBezTo>
                    <a:pt x="1134" y="6706"/>
                    <a:pt x="1401" y="6772"/>
                    <a:pt x="1635" y="6772"/>
                  </a:cubicBezTo>
                  <a:cubicBezTo>
                    <a:pt x="3336" y="6772"/>
                    <a:pt x="4770" y="6205"/>
                    <a:pt x="5771" y="5271"/>
                  </a:cubicBezTo>
                  <a:cubicBezTo>
                    <a:pt x="6938" y="4104"/>
                    <a:pt x="7405" y="2236"/>
                    <a:pt x="6972" y="668"/>
                  </a:cubicBezTo>
                  <a:cubicBezTo>
                    <a:pt x="6905" y="334"/>
                    <a:pt x="6605" y="101"/>
                    <a:pt x="6238" y="34"/>
                  </a:cubicBezTo>
                  <a:cubicBezTo>
                    <a:pt x="6071" y="1"/>
                    <a:pt x="5904" y="1"/>
                    <a:pt x="5771"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7" name="Google Shape;298;p32"/>
            <p:cNvSpPr/>
            <p:nvPr/>
          </p:nvSpPr>
          <p:spPr>
            <a:xfrm>
              <a:off x="6872400" y="4448880"/>
              <a:ext cx="603360" cy="466200"/>
            </a:xfrm>
            <a:custGeom>
              <a:avLst/>
              <a:gdLst>
                <a:gd name="textAreaLeft" fmla="*/ 0 w 603360"/>
                <a:gd name="textAreaRight" fmla="*/ 603720 w 603360"/>
                <a:gd name="textAreaTop" fmla="*/ 0 h 466200"/>
                <a:gd name="textAreaBottom" fmla="*/ 466560 h 466200"/>
              </a:gdLst>
              <a:ahLst/>
              <a:cxnLst/>
              <a:rect l="textAreaLeft" t="textAreaTop" r="textAreaRight" b="textAreaBottom"/>
              <a:pathLst>
                <a:path w="21850" h="16886">
                  <a:moveTo>
                    <a:pt x="14778" y="1"/>
                  </a:moveTo>
                  <a:lnTo>
                    <a:pt x="3503" y="5905"/>
                  </a:lnTo>
                  <a:lnTo>
                    <a:pt x="468" y="12076"/>
                  </a:lnTo>
                  <a:cubicBezTo>
                    <a:pt x="1" y="13043"/>
                    <a:pt x="434" y="14211"/>
                    <a:pt x="1435" y="14678"/>
                  </a:cubicBezTo>
                  <a:cubicBezTo>
                    <a:pt x="1679" y="14773"/>
                    <a:pt x="1945" y="14824"/>
                    <a:pt x="2211" y="14824"/>
                  </a:cubicBezTo>
                  <a:cubicBezTo>
                    <a:pt x="2599" y="14824"/>
                    <a:pt x="2986" y="14715"/>
                    <a:pt x="3303" y="14478"/>
                  </a:cubicBezTo>
                  <a:lnTo>
                    <a:pt x="3803" y="14144"/>
                  </a:lnTo>
                  <a:lnTo>
                    <a:pt x="3803" y="14144"/>
                  </a:lnTo>
                  <a:cubicBezTo>
                    <a:pt x="3336" y="15045"/>
                    <a:pt x="3837" y="16146"/>
                    <a:pt x="4837" y="16379"/>
                  </a:cubicBezTo>
                  <a:lnTo>
                    <a:pt x="4937" y="16412"/>
                  </a:lnTo>
                  <a:cubicBezTo>
                    <a:pt x="5082" y="16457"/>
                    <a:pt x="5230" y="16479"/>
                    <a:pt x="5377" y="16479"/>
                  </a:cubicBezTo>
                  <a:cubicBezTo>
                    <a:pt x="5671" y="16479"/>
                    <a:pt x="5960" y="16390"/>
                    <a:pt x="6205" y="16212"/>
                  </a:cubicBezTo>
                  <a:lnTo>
                    <a:pt x="7206" y="15578"/>
                  </a:lnTo>
                  <a:lnTo>
                    <a:pt x="7206" y="15578"/>
                  </a:lnTo>
                  <a:cubicBezTo>
                    <a:pt x="7006" y="16146"/>
                    <a:pt x="7339" y="16713"/>
                    <a:pt x="7940" y="16846"/>
                  </a:cubicBezTo>
                  <a:cubicBezTo>
                    <a:pt x="8095" y="16873"/>
                    <a:pt x="8251" y="16886"/>
                    <a:pt x="8406" y="16886"/>
                  </a:cubicBezTo>
                  <a:cubicBezTo>
                    <a:pt x="9408" y="16886"/>
                    <a:pt x="10350" y="16337"/>
                    <a:pt x="10842" y="15412"/>
                  </a:cubicBezTo>
                  <a:lnTo>
                    <a:pt x="13177" y="11175"/>
                  </a:lnTo>
                  <a:lnTo>
                    <a:pt x="16079" y="9674"/>
                  </a:lnTo>
                  <a:lnTo>
                    <a:pt x="14678" y="14011"/>
                  </a:lnTo>
                  <a:cubicBezTo>
                    <a:pt x="14077" y="14811"/>
                    <a:pt x="14377" y="15912"/>
                    <a:pt x="15211" y="16412"/>
                  </a:cubicBezTo>
                  <a:cubicBezTo>
                    <a:pt x="15481" y="16565"/>
                    <a:pt x="15776" y="16639"/>
                    <a:pt x="16064" y="16639"/>
                  </a:cubicBezTo>
                  <a:cubicBezTo>
                    <a:pt x="16593" y="16639"/>
                    <a:pt x="17099" y="16388"/>
                    <a:pt x="17380" y="15912"/>
                  </a:cubicBezTo>
                  <a:lnTo>
                    <a:pt x="19948" y="12276"/>
                  </a:lnTo>
                  <a:lnTo>
                    <a:pt x="21849" y="5938"/>
                  </a:lnTo>
                  <a:lnTo>
                    <a:pt x="14778" y="1"/>
                  </a:lnTo>
                  <a:close/>
                </a:path>
              </a:pathLst>
            </a:custGeom>
            <a:solidFill>
              <a:srgbClr val="FCC5BE"/>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8" name="Google Shape;299;p32"/>
            <p:cNvSpPr/>
            <p:nvPr/>
          </p:nvSpPr>
          <p:spPr>
            <a:xfrm>
              <a:off x="6968160" y="4593600"/>
              <a:ext cx="204120" cy="252720"/>
            </a:xfrm>
            <a:custGeom>
              <a:avLst/>
              <a:gdLst>
                <a:gd name="textAreaLeft" fmla="*/ 0 w 204120"/>
                <a:gd name="textAreaRight" fmla="*/ 204480 w 204120"/>
                <a:gd name="textAreaTop" fmla="*/ 0 h 252720"/>
                <a:gd name="textAreaBottom" fmla="*/ 253080 h 252720"/>
              </a:gdLst>
              <a:ahLst/>
              <a:cxnLst/>
              <a:rect l="textAreaLeft" t="textAreaTop" r="textAreaRight" b="textAreaBottom"/>
              <a:pathLst>
                <a:path w="7406" h="9165">
                  <a:moveTo>
                    <a:pt x="7114" y="0"/>
                  </a:moveTo>
                  <a:cubicBezTo>
                    <a:pt x="7062" y="0"/>
                    <a:pt x="7012" y="19"/>
                    <a:pt x="6972" y="58"/>
                  </a:cubicBezTo>
                  <a:lnTo>
                    <a:pt x="3903" y="2160"/>
                  </a:lnTo>
                  <a:cubicBezTo>
                    <a:pt x="3870" y="2160"/>
                    <a:pt x="3870" y="2227"/>
                    <a:pt x="3837" y="2260"/>
                  </a:cubicBezTo>
                  <a:lnTo>
                    <a:pt x="67" y="8765"/>
                  </a:lnTo>
                  <a:cubicBezTo>
                    <a:pt x="1" y="8898"/>
                    <a:pt x="34" y="9065"/>
                    <a:pt x="167" y="9132"/>
                  </a:cubicBezTo>
                  <a:cubicBezTo>
                    <a:pt x="201" y="9165"/>
                    <a:pt x="234" y="9165"/>
                    <a:pt x="301" y="9165"/>
                  </a:cubicBezTo>
                  <a:cubicBezTo>
                    <a:pt x="401" y="9165"/>
                    <a:pt x="501" y="9132"/>
                    <a:pt x="534" y="9065"/>
                  </a:cubicBezTo>
                  <a:lnTo>
                    <a:pt x="4237" y="2594"/>
                  </a:lnTo>
                  <a:lnTo>
                    <a:pt x="7239" y="492"/>
                  </a:lnTo>
                  <a:cubicBezTo>
                    <a:pt x="7373" y="425"/>
                    <a:pt x="7406" y="259"/>
                    <a:pt x="7339" y="125"/>
                  </a:cubicBezTo>
                  <a:cubicBezTo>
                    <a:pt x="7279" y="44"/>
                    <a:pt x="7194" y="0"/>
                    <a:pt x="7114" y="0"/>
                  </a:cubicBezTo>
                  <a:close/>
                </a:path>
              </a:pathLst>
            </a:custGeom>
            <a:solidFill>
              <a:srgbClr val="FCC5BE"/>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9" name="Google Shape;300;p32"/>
            <p:cNvSpPr/>
            <p:nvPr/>
          </p:nvSpPr>
          <p:spPr>
            <a:xfrm>
              <a:off x="7061040" y="4656600"/>
              <a:ext cx="181080" cy="230400"/>
            </a:xfrm>
            <a:custGeom>
              <a:avLst/>
              <a:gdLst>
                <a:gd name="textAreaLeft" fmla="*/ 0 w 181080"/>
                <a:gd name="textAreaRight" fmla="*/ 181440 w 181080"/>
                <a:gd name="textAreaTop" fmla="*/ 0 h 230400"/>
                <a:gd name="textAreaBottom" fmla="*/ 230760 h 230400"/>
              </a:gdLst>
              <a:ahLst/>
              <a:cxnLst/>
              <a:rect l="textAreaLeft" t="textAreaTop" r="textAreaRight" b="textAreaBottom"/>
              <a:pathLst>
                <a:path w="6573" h="8351">
                  <a:moveTo>
                    <a:pt x="6250" y="1"/>
                  </a:moveTo>
                  <a:cubicBezTo>
                    <a:pt x="6188" y="1"/>
                    <a:pt x="6127" y="17"/>
                    <a:pt x="6072" y="45"/>
                  </a:cubicBezTo>
                  <a:lnTo>
                    <a:pt x="2703" y="2980"/>
                  </a:lnTo>
                  <a:cubicBezTo>
                    <a:pt x="2669" y="3014"/>
                    <a:pt x="2636" y="3014"/>
                    <a:pt x="2636" y="3047"/>
                  </a:cubicBezTo>
                  <a:lnTo>
                    <a:pt x="101" y="7950"/>
                  </a:lnTo>
                  <a:cubicBezTo>
                    <a:pt x="1" y="8050"/>
                    <a:pt x="101" y="8217"/>
                    <a:pt x="201" y="8317"/>
                  </a:cubicBezTo>
                  <a:cubicBezTo>
                    <a:pt x="268" y="8351"/>
                    <a:pt x="301" y="8351"/>
                    <a:pt x="334" y="8351"/>
                  </a:cubicBezTo>
                  <a:cubicBezTo>
                    <a:pt x="468" y="8351"/>
                    <a:pt x="534" y="8284"/>
                    <a:pt x="635" y="8217"/>
                  </a:cubicBezTo>
                  <a:lnTo>
                    <a:pt x="3136" y="3380"/>
                  </a:lnTo>
                  <a:lnTo>
                    <a:pt x="6472" y="512"/>
                  </a:lnTo>
                  <a:cubicBezTo>
                    <a:pt x="6572" y="378"/>
                    <a:pt x="6572" y="212"/>
                    <a:pt x="6505" y="111"/>
                  </a:cubicBezTo>
                  <a:cubicBezTo>
                    <a:pt x="6427" y="33"/>
                    <a:pt x="6338" y="1"/>
                    <a:pt x="6250" y="1"/>
                  </a:cubicBezTo>
                  <a:close/>
                </a:path>
              </a:pathLst>
            </a:custGeom>
            <a:solidFill>
              <a:srgbClr val="FCC5BE"/>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3" name="TextBox 2">
            <a:extLst>
              <a:ext uri="{FF2B5EF4-FFF2-40B4-BE49-F238E27FC236}">
                <a16:creationId xmlns:a16="http://schemas.microsoft.com/office/drawing/2014/main" id="{A4D80E61-D5EF-C8CE-03D0-A9A613C10B02}"/>
              </a:ext>
            </a:extLst>
          </p:cNvPr>
          <p:cNvSpPr txBox="1"/>
          <p:nvPr/>
        </p:nvSpPr>
        <p:spPr>
          <a:xfrm>
            <a:off x="399600" y="3666988"/>
            <a:ext cx="4650154" cy="1200329"/>
          </a:xfrm>
          <a:prstGeom prst="rect">
            <a:avLst/>
          </a:prstGeom>
          <a:noFill/>
        </p:spPr>
        <p:txBody>
          <a:bodyPr wrap="square">
            <a:spAutoFit/>
          </a:bodyPr>
          <a:lstStyle/>
          <a:p>
            <a:r>
              <a:rPr lang="en-IN" dirty="0" err="1"/>
              <a:t>Keerthana</a:t>
            </a:r>
            <a:r>
              <a:rPr lang="en-IN" dirty="0"/>
              <a:t> S </a:t>
            </a:r>
          </a:p>
          <a:p>
            <a:r>
              <a:rPr lang="en-IN" dirty="0"/>
              <a:t>2303737720522095</a:t>
            </a:r>
          </a:p>
          <a:p>
            <a:r>
              <a:rPr lang="en-IN" dirty="0" err="1"/>
              <a:t>B.Tech</a:t>
            </a:r>
            <a:r>
              <a:rPr lang="en-IN" dirty="0"/>
              <a:t> IT – A (III </a:t>
            </a:r>
            <a:r>
              <a:rPr lang="en-IN" dirty="0" err="1"/>
              <a:t>rd</a:t>
            </a:r>
            <a:r>
              <a:rPr lang="en-IN" dirty="0"/>
              <a:t> year)</a:t>
            </a:r>
          </a:p>
          <a:p>
            <a:r>
              <a:rPr lang="en-IN" dirty="0"/>
              <a:t>KSRCT</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PlaceHolder 1"/>
          <p:cNvSpPr>
            <a:spLocks noGrp="1"/>
          </p:cNvSpPr>
          <p:nvPr>
            <p:ph type="title"/>
          </p:nvPr>
        </p:nvSpPr>
        <p:spPr>
          <a:xfrm>
            <a:off x="5191200" y="885960"/>
            <a:ext cx="3238200" cy="190476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2800" b="1" u="none" strike="noStrike">
                <a:solidFill>
                  <a:schemeClr val="accent1"/>
                </a:solidFill>
                <a:effectLst/>
                <a:uFillTx/>
                <a:latin typeface="Orbitron"/>
                <a:ea typeface="Orbitron"/>
              </a:rPr>
              <a:t>Introduction</a:t>
            </a:r>
            <a:endParaRPr lang="fr-FR" sz="2800" b="0" u="none" strike="noStrike">
              <a:solidFill>
                <a:schemeClr val="dk1"/>
              </a:solidFill>
              <a:effectLst/>
              <a:uFillTx/>
              <a:latin typeface="Arial"/>
            </a:endParaRPr>
          </a:p>
        </p:txBody>
      </p:sp>
      <p:sp>
        <p:nvSpPr>
          <p:cNvPr id="221" name="PlaceHolder 2"/>
          <p:cNvSpPr>
            <a:spLocks noGrp="1"/>
          </p:cNvSpPr>
          <p:nvPr>
            <p:ph type="subTitle"/>
          </p:nvPr>
        </p:nvSpPr>
        <p:spPr>
          <a:xfrm>
            <a:off x="5191200" y="2952720"/>
            <a:ext cx="3238200" cy="1304640"/>
          </a:xfrm>
          <a:prstGeom prst="rect">
            <a:avLst/>
          </a:prstGeom>
          <a:noFill/>
          <a:ln w="0">
            <a:noFill/>
          </a:ln>
        </p:spPr>
        <p:txBody>
          <a:bodyPr lIns="91440" tIns="91440" rIns="91440" bIns="91440" anchor="t">
            <a:normAutofit fontScale="62500" lnSpcReduction="19999"/>
          </a:bodyPr>
          <a:lstStyle/>
          <a:p>
            <a:pPr indent="0">
              <a:lnSpc>
                <a:spcPct val="150000"/>
              </a:lnSpc>
              <a:buNone/>
              <a:tabLst>
                <a:tab pos="0" algn="l"/>
              </a:tabLst>
            </a:pPr>
            <a:r>
              <a:rPr lang="en-US" sz="1600" b="0" u="none" strike="noStrike">
                <a:solidFill>
                  <a:schemeClr val="dk1"/>
                </a:solidFill>
                <a:effectLst/>
                <a:uFillTx/>
                <a:latin typeface="Archivo Light"/>
                <a:ea typeface="Archivo Light"/>
              </a:rPr>
              <a:t>This presentation explores key principles guiding the ethical design of artificial intelligence systems. Emphasizing the importance of creating AI that is transparent, accountable, and respects user privacy, these principles serve as a framework for building trustworthy AI applications that benefit society responsibly and fairly.</a:t>
            </a:r>
            <a:endParaRPr lang="en-US" sz="1600" b="0" u="none" strike="noStrike">
              <a:solidFill>
                <a:srgbClr val="FFFFFF"/>
              </a:solidFill>
              <a:effectLst/>
              <a:uFillTx/>
              <a:latin typeface="OpenSymbol"/>
            </a:endParaRPr>
          </a:p>
        </p:txBody>
      </p:sp>
      <p:sp>
        <p:nvSpPr>
          <p:cNvPr id="222" name="Google Shape;764;p44"/>
          <p:cNvSpPr/>
          <p:nvPr/>
        </p:nvSpPr>
        <p:spPr>
          <a:xfrm flipH="1">
            <a:off x="720720" y="654120"/>
            <a:ext cx="3984120" cy="3708360"/>
          </a:xfrm>
          <a:prstGeom prst="roundRect">
            <a:avLst>
              <a:gd name="adj" fmla="val 7898"/>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grpSp>
        <p:nvGrpSpPr>
          <p:cNvPr id="223" name="Google Shape;765;p44"/>
          <p:cNvGrpSpPr/>
          <p:nvPr/>
        </p:nvGrpSpPr>
        <p:grpSpPr>
          <a:xfrm>
            <a:off x="865440" y="991800"/>
            <a:ext cx="609480" cy="582840"/>
            <a:chOff x="865440" y="991800"/>
            <a:chExt cx="609480" cy="582840"/>
          </a:xfrm>
        </p:grpSpPr>
        <p:sp>
          <p:nvSpPr>
            <p:cNvPr id="224" name="Google Shape;766;p44"/>
            <p:cNvSpPr/>
            <p:nvPr/>
          </p:nvSpPr>
          <p:spPr>
            <a:xfrm>
              <a:off x="926280" y="1234440"/>
              <a:ext cx="260280" cy="260280"/>
            </a:xfrm>
            <a:custGeom>
              <a:avLst/>
              <a:gdLst>
                <a:gd name="textAreaLeft" fmla="*/ 0 w 260280"/>
                <a:gd name="textAreaRight" fmla="*/ 260640 w 260280"/>
                <a:gd name="textAreaTop" fmla="*/ 0 h 260280"/>
                <a:gd name="textAreaBottom" fmla="*/ 260640 h 260280"/>
              </a:gdLst>
              <a:ahLst/>
              <a:cxnLst/>
              <a:rect l="textAreaLeft" t="textAreaTop" r="textAreaRight" b="textAreaBottom"/>
              <a:pathLst>
                <a:path w="4395" h="4395">
                  <a:moveTo>
                    <a:pt x="1" y="1"/>
                  </a:moveTo>
                  <a:lnTo>
                    <a:pt x="1" y="4394"/>
                  </a:lnTo>
                  <a:lnTo>
                    <a:pt x="4394" y="4394"/>
                  </a:lnTo>
                  <a:lnTo>
                    <a:pt x="4394" y="1"/>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5" name="Google Shape;767;p44"/>
            <p:cNvSpPr/>
            <p:nvPr/>
          </p:nvSpPr>
          <p:spPr>
            <a:xfrm>
              <a:off x="1095840" y="1398960"/>
              <a:ext cx="175680" cy="175680"/>
            </a:xfrm>
            <a:custGeom>
              <a:avLst/>
              <a:gdLst>
                <a:gd name="textAreaLeft" fmla="*/ 0 w 175680"/>
                <a:gd name="textAreaRight" fmla="*/ 176040 w 175680"/>
                <a:gd name="textAreaTop" fmla="*/ 0 h 175680"/>
                <a:gd name="textAreaBottom" fmla="*/ 176040 h 175680"/>
              </a:gdLst>
              <a:ahLst/>
              <a:cxnLst/>
              <a:rect l="textAreaLeft" t="textAreaTop" r="textAreaRight" b="textAreaBottom"/>
              <a:pathLst>
                <a:path w="2968" h="2968">
                  <a:moveTo>
                    <a:pt x="1" y="1"/>
                  </a:moveTo>
                  <a:lnTo>
                    <a:pt x="1" y="2968"/>
                  </a:lnTo>
                  <a:lnTo>
                    <a:pt x="2968" y="2968"/>
                  </a:lnTo>
                  <a:lnTo>
                    <a:pt x="2968" y="1"/>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87840" bIns="87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6" name="Google Shape;768;p44"/>
            <p:cNvSpPr/>
            <p:nvPr/>
          </p:nvSpPr>
          <p:spPr>
            <a:xfrm>
              <a:off x="1311480" y="1131480"/>
              <a:ext cx="163440" cy="163440"/>
            </a:xfrm>
            <a:custGeom>
              <a:avLst/>
              <a:gdLst>
                <a:gd name="textAreaLeft" fmla="*/ 0 w 163440"/>
                <a:gd name="textAreaRight" fmla="*/ 163800 w 163440"/>
                <a:gd name="textAreaTop" fmla="*/ 0 h 163440"/>
                <a:gd name="textAreaBottom" fmla="*/ 163800 h 163440"/>
              </a:gdLst>
              <a:ahLst/>
              <a:cxnLst/>
              <a:rect l="textAreaLeft" t="textAreaTop" r="textAreaRight" b="textAreaBottom"/>
              <a:pathLst>
                <a:path w="2759" h="2759">
                  <a:moveTo>
                    <a:pt x="1" y="1"/>
                  </a:moveTo>
                  <a:lnTo>
                    <a:pt x="1" y="2759"/>
                  </a:lnTo>
                  <a:lnTo>
                    <a:pt x="2759" y="2759"/>
                  </a:lnTo>
                  <a:lnTo>
                    <a:pt x="2759" y="1"/>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81720" bIns="81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7" name="Google Shape;769;p44"/>
            <p:cNvSpPr/>
            <p:nvPr/>
          </p:nvSpPr>
          <p:spPr>
            <a:xfrm>
              <a:off x="865440" y="991800"/>
              <a:ext cx="84240" cy="84240"/>
            </a:xfrm>
            <a:custGeom>
              <a:avLst/>
              <a:gdLst>
                <a:gd name="textAreaLeft" fmla="*/ 0 w 84240"/>
                <a:gd name="textAreaRight" fmla="*/ 84600 w 84240"/>
                <a:gd name="textAreaTop" fmla="*/ 0 h 84240"/>
                <a:gd name="textAreaBottom" fmla="*/ 84600 h 84240"/>
              </a:gdLst>
              <a:ahLst/>
              <a:cxnLst/>
              <a:rect l="textAreaLeft" t="textAreaTop" r="textAreaRight" b="textAreaBottom"/>
              <a:pathLst>
                <a:path w="1427" h="1427">
                  <a:moveTo>
                    <a:pt x="0" y="0"/>
                  </a:moveTo>
                  <a:lnTo>
                    <a:pt x="0" y="1427"/>
                  </a:lnTo>
                  <a:lnTo>
                    <a:pt x="1427" y="1427"/>
                  </a:lnTo>
                  <a:lnTo>
                    <a:pt x="1427" y="0"/>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42120" bIns="42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Rectangle 227"/>
          <p:cNvSpPr/>
          <p:nvPr/>
        </p:nvSpPr>
        <p:spPr>
          <a:xfrm>
            <a:off x="5048280" y="476280"/>
            <a:ext cx="2285640" cy="952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accent1"/>
                </a:solidFill>
                <a:effectLst/>
                <a:uFillTx/>
                <a:latin typeface="Calibri"/>
              </a:rPr>
              <a:t>01</a:t>
            </a:r>
            <a:endParaRPr lang="en-US" sz="5000" b="0" u="none" strike="noStrike">
              <a:solidFill>
                <a:srgbClr val="FFFFFF"/>
              </a:solidFill>
              <a:effectLst/>
              <a:uFillTx/>
              <a:latin typeface="OpenSymbol"/>
            </a:endParaRPr>
          </a:p>
        </p:txBody>
      </p:sp>
      <p:sp>
        <p:nvSpPr>
          <p:cNvPr id="229" name="Rectangle 228"/>
          <p:cNvSpPr/>
          <p:nvPr/>
        </p:nvSpPr>
        <p:spPr>
          <a:xfrm>
            <a:off x="5048280" y="1428840"/>
            <a:ext cx="361908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4000" b="1" u="none" strike="noStrike">
                <a:solidFill>
                  <a:schemeClr val="accent1"/>
                </a:solidFill>
                <a:effectLst/>
                <a:uFillTx/>
                <a:latin typeface="Orbitron"/>
              </a:rPr>
              <a:t>Ethical AI Design Principles</a:t>
            </a:r>
            <a:endParaRPr lang="en-US" sz="4000" b="0" u="none" strike="noStrike">
              <a:solidFill>
                <a:srgbClr val="FFFFFF"/>
              </a:solidFill>
              <a:effectLst/>
              <a:uFillTx/>
              <a:latin typeface="OpenSymbol"/>
            </a:endParaRPr>
          </a:p>
        </p:txBody>
      </p:sp>
      <p:pic>
        <p:nvPicPr>
          <p:cNvPr id="230" name="image69a9ab2645600" descr="image69a9ab2645605"/>
          <p:cNvPicPr/>
          <p:nvPr/>
        </p:nvPicPr>
        <p:blipFill>
          <a:blip r:embed="rId2"/>
          <a:stretch/>
        </p:blipFill>
        <p:spPr>
          <a:xfrm>
            <a:off x="0" y="0"/>
            <a:ext cx="4571640" cy="5143320"/>
          </a:xfrm>
          <a:prstGeom prst="rect">
            <a:avLst/>
          </a:prstGeom>
          <a:noFill/>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Rectangle 230"/>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200" b="1" u="none" strike="noStrike">
                <a:solidFill>
                  <a:schemeClr val="accent1"/>
                </a:solidFill>
                <a:effectLst/>
                <a:uFillTx/>
                <a:latin typeface="Orbitron"/>
              </a:rPr>
              <a:t>Accountability and Transparency</a:t>
            </a:r>
            <a:endParaRPr lang="en-US" sz="3200" b="0" u="none" strike="noStrike">
              <a:solidFill>
                <a:srgbClr val="FFFFFF"/>
              </a:solidFill>
              <a:effectLst/>
              <a:uFillTx/>
              <a:latin typeface="OpenSymbol"/>
            </a:endParaRPr>
          </a:p>
        </p:txBody>
      </p:sp>
      <p:sp>
        <p:nvSpPr>
          <p:cNvPr id="232" name="Rectangle 231"/>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Archivo Light"/>
              </a:rPr>
              <a:t>Accountability ensures that AI developers and organizations take responsibility for their systems’ impacts. Transparency involves clear communication about how AI decisions are made, enabling users and stakeholders to understand the logic, limitations, and potential biases behind AI outputs. Together, these principles foster trust and ethical use.</a:t>
            </a:r>
            <a:endParaRPr lang="en-US" sz="1200" b="0" u="none" strike="noStrike">
              <a:solidFill>
                <a:srgbClr val="FFFFFF"/>
              </a:solidFill>
              <a:effectLst/>
              <a:uFillTx/>
              <a:latin typeface="OpenSymbo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Rectangle 232"/>
          <p:cNvSpPr/>
          <p:nvPr/>
        </p:nvSpPr>
        <p:spPr>
          <a:xfrm>
            <a:off x="5048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9999"/>
          </a:bodyPr>
          <a:lstStyle/>
          <a:p>
            <a:pPr defTabSz="914400">
              <a:lnSpc>
                <a:spcPct val="100000"/>
              </a:lnSpc>
              <a:tabLst>
                <a:tab pos="0" algn="l"/>
              </a:tabLst>
            </a:pPr>
            <a:r>
              <a:rPr lang="en-US" sz="3200" b="1" u="none" strike="noStrike">
                <a:solidFill>
                  <a:schemeClr val="accent1"/>
                </a:solidFill>
                <a:effectLst/>
                <a:uFillTx/>
                <a:latin typeface="Orbitron"/>
              </a:rPr>
              <a:t>Privacy and Data Protection</a:t>
            </a:r>
            <a:endParaRPr lang="en-US" sz="3200" b="0" u="none" strike="noStrike">
              <a:solidFill>
                <a:srgbClr val="FFFFFF"/>
              </a:solidFill>
              <a:effectLst/>
              <a:uFillTx/>
              <a:latin typeface="OpenSymbol"/>
            </a:endParaRPr>
          </a:p>
        </p:txBody>
      </p:sp>
      <p:sp>
        <p:nvSpPr>
          <p:cNvPr id="234" name="Rectangle 233"/>
          <p:cNvSpPr/>
          <p:nvPr/>
        </p:nvSpPr>
        <p:spPr>
          <a:xfrm>
            <a:off x="5048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Archivo Light"/>
              </a:rPr>
              <a:t>Protecting user data is crucial in AI design. Ethical AI systems must implement robust data security practices and respect user consent. Ensuring privacy means minimizing data collection, anonymizing sensitive information, and complying with data protection regulations to safeguard personal information at every stage of AI development and deployment.</a:t>
            </a:r>
            <a:endParaRPr lang="en-US" sz="1200" b="0" u="none" strike="noStrike">
              <a:solidFill>
                <a:srgbClr val="FFFFFF"/>
              </a:solidFill>
              <a:effectLst/>
              <a:uFillTx/>
              <a:latin typeface="OpenSymbol"/>
            </a:endParaRPr>
          </a:p>
        </p:txBody>
      </p:sp>
      <p:pic>
        <p:nvPicPr>
          <p:cNvPr id="235" name="image69a9ab2654dc9" descr="image69a9ab2654dce"/>
          <p:cNvPicPr/>
          <p:nvPr/>
        </p:nvPicPr>
        <p:blipFill>
          <a:blip r:embed="rId2"/>
          <a:stretch/>
        </p:blipFill>
        <p:spPr>
          <a:xfrm>
            <a:off x="0" y="0"/>
            <a:ext cx="4571640" cy="5143320"/>
          </a:xfrm>
          <a:prstGeom prst="rect">
            <a:avLst/>
          </a:prstGeom>
          <a:noFill/>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Rectangle 235"/>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200" b="1" u="none" strike="noStrike">
                <a:solidFill>
                  <a:schemeClr val="accent1"/>
                </a:solidFill>
                <a:effectLst/>
                <a:uFillTx/>
                <a:latin typeface="Orbitron"/>
              </a:rPr>
              <a:t>Fairness and Non-discrimination</a:t>
            </a:r>
            <a:endParaRPr lang="en-US" sz="3200" b="0" u="none" strike="noStrike">
              <a:solidFill>
                <a:srgbClr val="FFFFFF"/>
              </a:solidFill>
              <a:effectLst/>
              <a:uFillTx/>
              <a:latin typeface="OpenSymbol"/>
            </a:endParaRPr>
          </a:p>
        </p:txBody>
      </p:sp>
      <p:sp>
        <p:nvSpPr>
          <p:cNvPr id="237" name="Rectangle 236"/>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Archivo Light"/>
              </a:rPr>
              <a:t>Ensuring </a:t>
            </a:r>
            <a:r>
              <a:rPr lang="en-US" sz="1200" b="1" u="none" strike="noStrike">
                <a:solidFill>
                  <a:schemeClr val="dk1"/>
                </a:solidFill>
                <a:effectLst/>
                <a:uFillTx/>
                <a:latin typeface="Archivo Light"/>
              </a:rPr>
              <a:t>fairness</a:t>
            </a:r>
            <a:r>
              <a:rPr lang="en-US" sz="1200" b="0" u="none" strike="noStrike">
                <a:solidFill>
                  <a:schemeClr val="dk1"/>
                </a:solidFill>
                <a:effectLst/>
                <a:uFillTx/>
                <a:latin typeface="Archivo Light"/>
              </a:rPr>
              <a:t> in AI means eliminating biases that may lead to discriminatory outcomes. AI systems should be designed to treat all users equitably, regardless of race, gender, or background. Implementing fairness requires diverse training data, bias detection tools, and ongoing assessment to promote inclusive and ethical AI applications.</a:t>
            </a:r>
            <a:endParaRPr lang="en-US" sz="1200" b="0" u="none" strike="noStrike">
              <a:solidFill>
                <a:srgbClr val="FFFFFF"/>
              </a:solidFill>
              <a:effectLst/>
              <a:uFillTx/>
              <a:latin typeface="OpenSymbo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Rectangle 237"/>
          <p:cNvSpPr/>
          <p:nvPr/>
        </p:nvSpPr>
        <p:spPr>
          <a:xfrm>
            <a:off x="476280" y="476280"/>
            <a:ext cx="2285640" cy="952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accent1"/>
                </a:solidFill>
                <a:effectLst/>
                <a:uFillTx/>
                <a:latin typeface="Calibri"/>
              </a:rPr>
              <a:t>01</a:t>
            </a:r>
            <a:endParaRPr lang="en-US" sz="5000" b="0" u="none" strike="noStrike">
              <a:solidFill>
                <a:srgbClr val="FFFFFF"/>
              </a:solidFill>
              <a:effectLst/>
              <a:uFillTx/>
              <a:latin typeface="OpenSymbol"/>
            </a:endParaRPr>
          </a:p>
        </p:txBody>
      </p:sp>
      <p:sp>
        <p:nvSpPr>
          <p:cNvPr id="239" name="Rectangle 238"/>
          <p:cNvSpPr/>
          <p:nvPr/>
        </p:nvSpPr>
        <p:spPr>
          <a:xfrm>
            <a:off x="476280" y="1428840"/>
            <a:ext cx="361908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4000" b="1" u="none" strike="noStrike">
                <a:solidFill>
                  <a:schemeClr val="accent1"/>
                </a:solidFill>
                <a:effectLst/>
                <a:uFillTx/>
                <a:latin typeface="Orbitron"/>
              </a:rPr>
              <a:t>Implementation Strategies</a:t>
            </a:r>
            <a:endParaRPr lang="en-US" sz="4000" b="0" u="none" strike="noStrike">
              <a:solidFill>
                <a:srgbClr val="FFFFFF"/>
              </a:solidFill>
              <a:effectLst/>
              <a:uFillTx/>
              <a:latin typeface="OpenSymbol"/>
            </a:endParaRPr>
          </a:p>
        </p:txBody>
      </p:sp>
      <p:pic>
        <p:nvPicPr>
          <p:cNvPr id="240" name="image69a9ab2665612" descr="image69a9ab2665616"/>
          <p:cNvPicPr/>
          <p:nvPr/>
        </p:nvPicPr>
        <p:blipFill>
          <a:blip r:embed="rId2"/>
          <a:stretch/>
        </p:blipFill>
        <p:spPr>
          <a:xfrm>
            <a:off x="4572000" y="0"/>
            <a:ext cx="4571640" cy="5143320"/>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Rectangle 240"/>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200" b="1" u="none" strike="noStrike">
                <a:solidFill>
                  <a:schemeClr val="accent1"/>
                </a:solidFill>
                <a:effectLst/>
                <a:uFillTx/>
                <a:latin typeface="Orbitron"/>
              </a:rPr>
              <a:t>Human-Centered AI Design</a:t>
            </a:r>
            <a:endParaRPr lang="en-US" sz="3200" b="0" u="none" strike="noStrike">
              <a:solidFill>
                <a:srgbClr val="FFFFFF"/>
              </a:solidFill>
              <a:effectLst/>
              <a:uFillTx/>
              <a:latin typeface="OpenSymbol"/>
            </a:endParaRPr>
          </a:p>
        </p:txBody>
      </p:sp>
      <p:sp>
        <p:nvSpPr>
          <p:cNvPr id="242" name="Rectangle 241"/>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Archivo Light"/>
              </a:rPr>
              <a:t>Human-centered AI focuses on aligning AI systems with human values, needs, and ethics. This approach involves engaging stakeholders throughout the design process to ensure AI supports human well-being and autonomy while minimizing risks and unintended consequences.</a:t>
            </a:r>
            <a:endParaRPr lang="en-US" sz="1200" b="0" u="none" strike="noStrike">
              <a:solidFill>
                <a:srgbClr val="FFFFFF"/>
              </a:solidFill>
              <a:effectLst/>
              <a:uFillTx/>
              <a:latin typeface="OpenSymbo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Rectangle 242"/>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200" b="1" u="none" strike="noStrike">
                <a:solidFill>
                  <a:schemeClr val="accent1"/>
                </a:solidFill>
                <a:effectLst/>
                <a:uFillTx/>
                <a:latin typeface="Orbitron"/>
              </a:rPr>
              <a:t>Continuous Monitoring and Evaluation</a:t>
            </a:r>
            <a:endParaRPr lang="en-US" sz="3200" b="0" u="none" strike="noStrike">
              <a:solidFill>
                <a:srgbClr val="FFFFFF"/>
              </a:solidFill>
              <a:effectLst/>
              <a:uFillTx/>
              <a:latin typeface="OpenSymbol"/>
            </a:endParaRPr>
          </a:p>
        </p:txBody>
      </p:sp>
      <p:sp>
        <p:nvSpPr>
          <p:cNvPr id="244" name="Rectangle 243"/>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Archivo Light"/>
              </a:rPr>
              <a:t>Ongoing monitoring of AI systems is essential to detect emerging issues, such as bias or performance drift. Continuous evaluation allows for timely interventions, updates, and improvements, ensuring AI remains aligned with ethical standards and delivers reliable, fair outcomes over time.</a:t>
            </a:r>
            <a:endParaRPr lang="en-US" sz="1200" b="0" u="none" strike="noStrike">
              <a:solidFill>
                <a:srgbClr val="FFFFFF"/>
              </a:solidFill>
              <a:effectLst/>
              <a:uFillTx/>
              <a:latin typeface="OpenSymbo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 name="Rectangle 244"/>
          <p:cNvSpPr/>
          <p:nvPr/>
        </p:nvSpPr>
        <p:spPr>
          <a:xfrm>
            <a:off x="476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9999"/>
          </a:bodyPr>
          <a:lstStyle/>
          <a:p>
            <a:pPr defTabSz="914400">
              <a:lnSpc>
                <a:spcPct val="100000"/>
              </a:lnSpc>
              <a:tabLst>
                <a:tab pos="0" algn="l"/>
              </a:tabLst>
            </a:pPr>
            <a:r>
              <a:rPr lang="en-US" sz="3200" b="1" u="none" strike="noStrike">
                <a:solidFill>
                  <a:schemeClr val="accent1"/>
                </a:solidFill>
                <a:effectLst/>
                <a:uFillTx/>
                <a:latin typeface="Orbitron"/>
              </a:rPr>
              <a:t>Regulatory Compliance and Standards</a:t>
            </a:r>
            <a:endParaRPr lang="en-US" sz="3200" b="0" u="none" strike="noStrike">
              <a:solidFill>
                <a:srgbClr val="FFFFFF"/>
              </a:solidFill>
              <a:effectLst/>
              <a:uFillTx/>
              <a:latin typeface="OpenSymbol"/>
            </a:endParaRPr>
          </a:p>
        </p:txBody>
      </p:sp>
      <p:sp>
        <p:nvSpPr>
          <p:cNvPr id="246" name="Rectangle 245"/>
          <p:cNvSpPr/>
          <p:nvPr/>
        </p:nvSpPr>
        <p:spPr>
          <a:xfrm>
            <a:off x="476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Archivo Light"/>
              </a:rPr>
              <a:t>Adhering to legal frameworks and industry standards is crucial for ethical AI development. Compliance ensures accountability and protects users’ rights. Organizations must stay informed about evolving regulations and embed these requirements into their AI governance processes.</a:t>
            </a:r>
            <a:endParaRPr lang="en-US" sz="1200" b="0" u="none" strike="noStrike">
              <a:solidFill>
                <a:srgbClr val="FFFFFF"/>
              </a:solidFill>
              <a:effectLst/>
              <a:uFillTx/>
              <a:latin typeface="OpenSymbol"/>
            </a:endParaRPr>
          </a:p>
        </p:txBody>
      </p:sp>
      <p:pic>
        <p:nvPicPr>
          <p:cNvPr id="247" name="image69a9ab2674c0d" descr="image69a9ab2674c12"/>
          <p:cNvPicPr/>
          <p:nvPr/>
        </p:nvPicPr>
        <p:blipFill>
          <a:blip r:embed="rId2"/>
          <a:stretch/>
        </p:blipFill>
        <p:spPr>
          <a:xfrm>
            <a:off x="4572000" y="0"/>
            <a:ext cx="4571640" cy="5143320"/>
          </a:xfrm>
          <a:prstGeom prst="rect">
            <a:avLst/>
          </a:prstGeom>
          <a:noFill/>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 name="PlaceHolder 1"/>
          <p:cNvSpPr>
            <a:spLocks noGrp="1"/>
          </p:cNvSpPr>
          <p:nvPr>
            <p:ph type="title"/>
          </p:nvPr>
        </p:nvSpPr>
        <p:spPr>
          <a:xfrm>
            <a:off x="5191200" y="885960"/>
            <a:ext cx="3238200" cy="190476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2800" b="1" u="none" strike="noStrike">
                <a:solidFill>
                  <a:schemeClr val="accent1"/>
                </a:solidFill>
                <a:effectLst/>
                <a:uFillTx/>
                <a:latin typeface="Orbitron"/>
                <a:ea typeface="Orbitron"/>
              </a:rPr>
              <a:t>Conclusions</a:t>
            </a:r>
            <a:endParaRPr lang="fr-FR" sz="2800" b="0" u="none" strike="noStrike">
              <a:solidFill>
                <a:schemeClr val="dk1"/>
              </a:solidFill>
              <a:effectLst/>
              <a:uFillTx/>
              <a:latin typeface="Arial"/>
            </a:endParaRPr>
          </a:p>
        </p:txBody>
      </p:sp>
      <p:sp>
        <p:nvSpPr>
          <p:cNvPr id="249" name="PlaceHolder 2"/>
          <p:cNvSpPr>
            <a:spLocks noGrp="1"/>
          </p:cNvSpPr>
          <p:nvPr>
            <p:ph type="subTitle"/>
          </p:nvPr>
        </p:nvSpPr>
        <p:spPr>
          <a:xfrm>
            <a:off x="5191200" y="2952720"/>
            <a:ext cx="3238200" cy="1304640"/>
          </a:xfrm>
          <a:prstGeom prst="rect">
            <a:avLst/>
          </a:prstGeom>
          <a:noFill/>
          <a:ln w="0">
            <a:noFill/>
          </a:ln>
        </p:spPr>
        <p:txBody>
          <a:bodyPr lIns="91440" tIns="91440" rIns="91440" bIns="91440" anchor="t">
            <a:normAutofit fontScale="62500" lnSpcReduction="19999"/>
          </a:bodyPr>
          <a:lstStyle/>
          <a:p>
            <a:pPr indent="0">
              <a:lnSpc>
                <a:spcPct val="150000"/>
              </a:lnSpc>
              <a:buNone/>
              <a:tabLst>
                <a:tab pos="0" algn="l"/>
              </a:tabLst>
            </a:pPr>
            <a:r>
              <a:rPr lang="en-US" sz="1600" b="0" u="none" strike="noStrike">
                <a:solidFill>
                  <a:schemeClr val="dk1"/>
                </a:solidFill>
                <a:effectLst/>
                <a:uFillTx/>
                <a:latin typeface="Archivo Light"/>
                <a:ea typeface="Archivo Light"/>
              </a:rPr>
              <a:t>Ethical AI design is vital for building trustworthy, fair, and accountable systems. By focusing on </a:t>
            </a:r>
            <a:r>
              <a:rPr lang="en-US" sz="1600" b="1" u="none" strike="noStrike">
                <a:solidFill>
                  <a:schemeClr val="dk1"/>
                </a:solidFill>
                <a:effectLst/>
                <a:uFillTx/>
                <a:latin typeface="Archivo Light"/>
                <a:ea typeface="Archivo Light"/>
              </a:rPr>
              <a:t>transparency</a:t>
            </a:r>
            <a:r>
              <a:rPr lang="en-US" sz="1600" b="0" u="none" strike="noStrike">
                <a:solidFill>
                  <a:schemeClr val="dk1"/>
                </a:solidFill>
                <a:effectLst/>
                <a:uFillTx/>
                <a:latin typeface="Archivo Light"/>
                <a:ea typeface="Archivo Light"/>
              </a:rPr>
              <a:t>, </a:t>
            </a:r>
            <a:r>
              <a:rPr lang="en-US" sz="1600" b="1" u="none" strike="noStrike">
                <a:solidFill>
                  <a:schemeClr val="dk1"/>
                </a:solidFill>
                <a:effectLst/>
                <a:uFillTx/>
                <a:latin typeface="Archivo Light"/>
                <a:ea typeface="Archivo Light"/>
              </a:rPr>
              <a:t>privacy</a:t>
            </a:r>
            <a:r>
              <a:rPr lang="en-US" sz="1600" b="0" u="none" strike="noStrike">
                <a:solidFill>
                  <a:schemeClr val="dk1"/>
                </a:solidFill>
                <a:effectLst/>
                <a:uFillTx/>
                <a:latin typeface="Archivo Light"/>
                <a:ea typeface="Archivo Light"/>
              </a:rPr>
              <a:t>, fairness, and ongoing oversight, organizations can foster responsible AI adoption. Applying human-centered strategies and adhering to regulations ensures AI technology benefits society while minimizing harm.</a:t>
            </a:r>
            <a:endParaRPr lang="en-US" sz="1600" b="0" u="none" strike="noStrike">
              <a:solidFill>
                <a:srgbClr val="FFFFFF"/>
              </a:solidFill>
              <a:effectLst/>
              <a:uFillTx/>
              <a:latin typeface="OpenSymbol"/>
            </a:endParaRPr>
          </a:p>
        </p:txBody>
      </p:sp>
      <p:sp>
        <p:nvSpPr>
          <p:cNvPr id="250" name="Google Shape;764;p44"/>
          <p:cNvSpPr/>
          <p:nvPr/>
        </p:nvSpPr>
        <p:spPr>
          <a:xfrm flipH="1">
            <a:off x="720720" y="654120"/>
            <a:ext cx="3984120" cy="3708360"/>
          </a:xfrm>
          <a:prstGeom prst="roundRect">
            <a:avLst>
              <a:gd name="adj" fmla="val 7898"/>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grpSp>
        <p:nvGrpSpPr>
          <p:cNvPr id="251" name="Google Shape;765;p44"/>
          <p:cNvGrpSpPr/>
          <p:nvPr/>
        </p:nvGrpSpPr>
        <p:grpSpPr>
          <a:xfrm>
            <a:off x="865440" y="991800"/>
            <a:ext cx="609480" cy="582840"/>
            <a:chOff x="865440" y="991800"/>
            <a:chExt cx="609480" cy="582840"/>
          </a:xfrm>
        </p:grpSpPr>
        <p:sp>
          <p:nvSpPr>
            <p:cNvPr id="252" name="Google Shape;766;p44"/>
            <p:cNvSpPr/>
            <p:nvPr/>
          </p:nvSpPr>
          <p:spPr>
            <a:xfrm>
              <a:off x="926280" y="1234440"/>
              <a:ext cx="260280" cy="260280"/>
            </a:xfrm>
            <a:custGeom>
              <a:avLst/>
              <a:gdLst>
                <a:gd name="textAreaLeft" fmla="*/ 0 w 260280"/>
                <a:gd name="textAreaRight" fmla="*/ 260640 w 260280"/>
                <a:gd name="textAreaTop" fmla="*/ 0 h 260280"/>
                <a:gd name="textAreaBottom" fmla="*/ 260640 h 260280"/>
              </a:gdLst>
              <a:ahLst/>
              <a:cxnLst/>
              <a:rect l="textAreaLeft" t="textAreaTop" r="textAreaRight" b="textAreaBottom"/>
              <a:pathLst>
                <a:path w="4395" h="4395">
                  <a:moveTo>
                    <a:pt x="1" y="1"/>
                  </a:moveTo>
                  <a:lnTo>
                    <a:pt x="1" y="4394"/>
                  </a:lnTo>
                  <a:lnTo>
                    <a:pt x="4394" y="4394"/>
                  </a:lnTo>
                  <a:lnTo>
                    <a:pt x="4394" y="1"/>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3" name="Google Shape;767;p44"/>
            <p:cNvSpPr/>
            <p:nvPr/>
          </p:nvSpPr>
          <p:spPr>
            <a:xfrm>
              <a:off x="1095840" y="1398960"/>
              <a:ext cx="175680" cy="175680"/>
            </a:xfrm>
            <a:custGeom>
              <a:avLst/>
              <a:gdLst>
                <a:gd name="textAreaLeft" fmla="*/ 0 w 175680"/>
                <a:gd name="textAreaRight" fmla="*/ 176040 w 175680"/>
                <a:gd name="textAreaTop" fmla="*/ 0 h 175680"/>
                <a:gd name="textAreaBottom" fmla="*/ 176040 h 175680"/>
              </a:gdLst>
              <a:ahLst/>
              <a:cxnLst/>
              <a:rect l="textAreaLeft" t="textAreaTop" r="textAreaRight" b="textAreaBottom"/>
              <a:pathLst>
                <a:path w="2968" h="2968">
                  <a:moveTo>
                    <a:pt x="1" y="1"/>
                  </a:moveTo>
                  <a:lnTo>
                    <a:pt x="1" y="2968"/>
                  </a:lnTo>
                  <a:lnTo>
                    <a:pt x="2968" y="2968"/>
                  </a:lnTo>
                  <a:lnTo>
                    <a:pt x="2968" y="1"/>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87840" bIns="87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4" name="Google Shape;768;p44"/>
            <p:cNvSpPr/>
            <p:nvPr/>
          </p:nvSpPr>
          <p:spPr>
            <a:xfrm>
              <a:off x="1311480" y="1131480"/>
              <a:ext cx="163440" cy="163440"/>
            </a:xfrm>
            <a:custGeom>
              <a:avLst/>
              <a:gdLst>
                <a:gd name="textAreaLeft" fmla="*/ 0 w 163440"/>
                <a:gd name="textAreaRight" fmla="*/ 163800 w 163440"/>
                <a:gd name="textAreaTop" fmla="*/ 0 h 163440"/>
                <a:gd name="textAreaBottom" fmla="*/ 163800 h 163440"/>
              </a:gdLst>
              <a:ahLst/>
              <a:cxnLst/>
              <a:rect l="textAreaLeft" t="textAreaTop" r="textAreaRight" b="textAreaBottom"/>
              <a:pathLst>
                <a:path w="2759" h="2759">
                  <a:moveTo>
                    <a:pt x="1" y="1"/>
                  </a:moveTo>
                  <a:lnTo>
                    <a:pt x="1" y="2759"/>
                  </a:lnTo>
                  <a:lnTo>
                    <a:pt x="2759" y="2759"/>
                  </a:lnTo>
                  <a:lnTo>
                    <a:pt x="2759" y="1"/>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81720" bIns="81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5" name="Google Shape;769;p44"/>
            <p:cNvSpPr/>
            <p:nvPr/>
          </p:nvSpPr>
          <p:spPr>
            <a:xfrm>
              <a:off x="865440" y="991800"/>
              <a:ext cx="84240" cy="84240"/>
            </a:xfrm>
            <a:custGeom>
              <a:avLst/>
              <a:gdLst>
                <a:gd name="textAreaLeft" fmla="*/ 0 w 84240"/>
                <a:gd name="textAreaRight" fmla="*/ 84600 w 84240"/>
                <a:gd name="textAreaTop" fmla="*/ 0 h 84240"/>
                <a:gd name="textAreaBottom" fmla="*/ 84600 h 84240"/>
              </a:gdLst>
              <a:ahLst/>
              <a:cxnLst/>
              <a:rect l="textAreaLeft" t="textAreaTop" r="textAreaRight" b="textAreaBottom"/>
              <a:pathLst>
                <a:path w="1427" h="1427">
                  <a:moveTo>
                    <a:pt x="0" y="0"/>
                  </a:moveTo>
                  <a:lnTo>
                    <a:pt x="0" y="1427"/>
                  </a:lnTo>
                  <a:lnTo>
                    <a:pt x="1427" y="1427"/>
                  </a:lnTo>
                  <a:lnTo>
                    <a:pt x="1427" y="0"/>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42120" bIns="42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PlaceHolder 1"/>
          <p:cNvSpPr>
            <a:spLocks noGrp="1"/>
          </p:cNvSpPr>
          <p:nvPr>
            <p:ph type="title"/>
          </p:nvPr>
        </p:nvSpPr>
        <p:spPr>
          <a:xfrm>
            <a:off x="1213020" y="2307670"/>
            <a:ext cx="3267720" cy="923330"/>
          </a:xfrm>
          <a:prstGeom prst="rect">
            <a:avLst/>
          </a:prstGeom>
          <a:noFill/>
          <a:ln w="0">
            <a:noFill/>
          </a:ln>
        </p:spPr>
        <p:txBody>
          <a:bodyPr lIns="91440" tIns="91440" rIns="91440" bIns="91440" anchor="ctr">
            <a:spAutoFit/>
          </a:bodyPr>
          <a:lstStyle/>
          <a:p>
            <a:pPr indent="0">
              <a:lnSpc>
                <a:spcPct val="100000"/>
              </a:lnSpc>
              <a:buNone/>
              <a:tabLst>
                <a:tab pos="0" algn="l"/>
              </a:tabLst>
            </a:pPr>
            <a:r>
              <a:rPr lang="en" sz="4800" b="1" u="none" strike="noStrike" dirty="0">
                <a:solidFill>
                  <a:schemeClr val="accent1"/>
                </a:solidFill>
                <a:effectLst/>
                <a:uFillTx/>
                <a:latin typeface="Orbitron"/>
                <a:ea typeface="Orbitron"/>
              </a:rPr>
              <a:t>Thank</a:t>
            </a:r>
            <a:r>
              <a:rPr lang="en-IN" sz="4800" b="1" u="none" strike="noStrike" dirty="0">
                <a:solidFill>
                  <a:schemeClr val="accent1"/>
                </a:solidFill>
                <a:effectLst/>
                <a:uFillTx/>
                <a:latin typeface="Orbitron"/>
                <a:ea typeface="Orbitron"/>
              </a:rPr>
              <a:t> </a:t>
            </a:r>
            <a:r>
              <a:rPr lang="en" sz="4800" b="1" u="none" strike="noStrike" dirty="0">
                <a:solidFill>
                  <a:schemeClr val="accent1"/>
                </a:solidFill>
                <a:effectLst/>
                <a:uFillTx/>
                <a:latin typeface="Orbitron"/>
                <a:ea typeface="Orbitron"/>
              </a:rPr>
              <a:t>you!</a:t>
            </a:r>
            <a:endParaRPr lang="fr-FR" sz="4800" b="0" u="none" strike="noStrike" dirty="0">
              <a:solidFill>
                <a:schemeClr val="dk1"/>
              </a:solidFill>
              <a:effectLst/>
              <a:uFillTx/>
              <a:latin typeface="Arial"/>
            </a:endParaRPr>
          </a:p>
        </p:txBody>
      </p:sp>
      <p:grpSp>
        <p:nvGrpSpPr>
          <p:cNvPr id="284" name="Google Shape;1652;p59"/>
          <p:cNvGrpSpPr/>
          <p:nvPr/>
        </p:nvGrpSpPr>
        <p:grpSpPr>
          <a:xfrm>
            <a:off x="5284080" y="991440"/>
            <a:ext cx="3846600" cy="4129560"/>
            <a:chOff x="5284080" y="991440"/>
            <a:chExt cx="3846600" cy="4129560"/>
          </a:xfrm>
        </p:grpSpPr>
        <p:grpSp>
          <p:nvGrpSpPr>
            <p:cNvPr id="285" name="Google Shape;1653;p59"/>
            <p:cNvGrpSpPr/>
            <p:nvPr/>
          </p:nvGrpSpPr>
          <p:grpSpPr>
            <a:xfrm>
              <a:off x="5290200" y="4284000"/>
              <a:ext cx="3840480" cy="837000"/>
              <a:chOff x="5290200" y="4284000"/>
              <a:chExt cx="3840480" cy="837000"/>
            </a:xfrm>
          </p:grpSpPr>
          <p:sp>
            <p:nvSpPr>
              <p:cNvPr id="286" name="Google Shape;1654;p59"/>
              <p:cNvSpPr/>
              <p:nvPr/>
            </p:nvSpPr>
            <p:spPr>
              <a:xfrm>
                <a:off x="5290200" y="4839480"/>
                <a:ext cx="3840480" cy="281520"/>
              </a:xfrm>
              <a:custGeom>
                <a:avLst/>
                <a:gdLst>
                  <a:gd name="textAreaLeft" fmla="*/ 0 w 3840480"/>
                  <a:gd name="textAreaRight" fmla="*/ 3840840 w 3840480"/>
                  <a:gd name="textAreaTop" fmla="*/ 0 h 281520"/>
                  <a:gd name="textAreaBottom" fmla="*/ 281880 h 281520"/>
                </a:gdLst>
                <a:ahLst/>
                <a:cxnLst/>
                <a:rect l="textAreaLeft" t="textAreaTop" r="textAreaRight" b="textAreaBottom"/>
                <a:pathLst>
                  <a:path w="139033" h="10208">
                    <a:moveTo>
                      <a:pt x="0" y="0"/>
                    </a:moveTo>
                    <a:lnTo>
                      <a:pt x="0" y="10207"/>
                    </a:lnTo>
                    <a:lnTo>
                      <a:pt x="139033" y="10207"/>
                    </a:lnTo>
                    <a:lnTo>
                      <a:pt x="139033"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7" name="Google Shape;1655;p59"/>
              <p:cNvSpPr/>
              <p:nvPr/>
            </p:nvSpPr>
            <p:spPr>
              <a:xfrm>
                <a:off x="5290200" y="4671000"/>
                <a:ext cx="3840480" cy="168480"/>
              </a:xfrm>
              <a:custGeom>
                <a:avLst/>
                <a:gdLst>
                  <a:gd name="textAreaLeft" fmla="*/ 0 w 3840480"/>
                  <a:gd name="textAreaRight" fmla="*/ 3840840 w 3840480"/>
                  <a:gd name="textAreaTop" fmla="*/ 0 h 168480"/>
                  <a:gd name="textAreaBottom" fmla="*/ 168840 h 168480"/>
                </a:gdLst>
                <a:ahLst/>
                <a:cxnLst/>
                <a:rect l="textAreaLeft" t="textAreaTop" r="textAreaRight" b="textAreaBottom"/>
                <a:pathLst>
                  <a:path w="139033" h="6106">
                    <a:moveTo>
                      <a:pt x="6071" y="1"/>
                    </a:moveTo>
                    <a:cubicBezTo>
                      <a:pt x="2702" y="1"/>
                      <a:pt x="0" y="2769"/>
                      <a:pt x="0" y="6105"/>
                    </a:cubicBezTo>
                    <a:lnTo>
                      <a:pt x="139033" y="6105"/>
                    </a:lnTo>
                    <a:cubicBezTo>
                      <a:pt x="139033" y="2769"/>
                      <a:pt x="136298" y="34"/>
                      <a:pt x="13299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84240" bIns="84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8" name="Google Shape;1656;p59"/>
              <p:cNvSpPr/>
              <p:nvPr/>
            </p:nvSpPr>
            <p:spPr>
              <a:xfrm>
                <a:off x="6701040" y="4284000"/>
                <a:ext cx="1158840" cy="386640"/>
              </a:xfrm>
              <a:custGeom>
                <a:avLst/>
                <a:gdLst>
                  <a:gd name="textAreaLeft" fmla="*/ 0 w 1158840"/>
                  <a:gd name="textAreaRight" fmla="*/ 1159200 w 1158840"/>
                  <a:gd name="textAreaTop" fmla="*/ 0 h 386640"/>
                  <a:gd name="textAreaBottom" fmla="*/ 387000 h 386640"/>
                </a:gdLst>
                <a:ahLst/>
                <a:cxnLst/>
                <a:rect l="textAreaLeft" t="textAreaTop" r="textAreaRight" b="textAreaBottom"/>
                <a:pathLst>
                  <a:path w="41964" h="14011">
                    <a:moveTo>
                      <a:pt x="8073" y="1"/>
                    </a:moveTo>
                    <a:lnTo>
                      <a:pt x="0" y="14011"/>
                    </a:lnTo>
                    <a:lnTo>
                      <a:pt x="41897" y="14011"/>
                    </a:lnTo>
                    <a:cubicBezTo>
                      <a:pt x="41897" y="14011"/>
                      <a:pt x="41963" y="6672"/>
                      <a:pt x="36459"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89" name="Google Shape;1657;p59"/>
            <p:cNvGrpSpPr/>
            <p:nvPr/>
          </p:nvGrpSpPr>
          <p:grpSpPr>
            <a:xfrm>
              <a:off x="5284080" y="991440"/>
              <a:ext cx="3622320" cy="3606120"/>
              <a:chOff x="5284080" y="991440"/>
              <a:chExt cx="3622320" cy="3606120"/>
            </a:xfrm>
          </p:grpSpPr>
          <p:sp>
            <p:nvSpPr>
              <p:cNvPr id="290" name="Google Shape;1658;p59"/>
              <p:cNvSpPr/>
              <p:nvPr/>
            </p:nvSpPr>
            <p:spPr>
              <a:xfrm flipH="1">
                <a:off x="7380720" y="2059560"/>
                <a:ext cx="732600" cy="1171440"/>
              </a:xfrm>
              <a:custGeom>
                <a:avLst/>
                <a:gdLst>
                  <a:gd name="textAreaLeft" fmla="*/ -360 w 732600"/>
                  <a:gd name="textAreaRight" fmla="*/ 732600 w 732600"/>
                  <a:gd name="textAreaTop" fmla="*/ 0 h 1171440"/>
                  <a:gd name="textAreaBottom" fmla="*/ 1171800 h 1171440"/>
                </a:gdLst>
                <a:ahLst/>
                <a:cxnLst/>
                <a:rect l="textAreaLeft" t="textAreaTop" r="textAreaRight" b="textAreaBottom"/>
                <a:pathLst>
                  <a:path w="19765" h="31608">
                    <a:moveTo>
                      <a:pt x="8063" y="0"/>
                    </a:moveTo>
                    <a:cubicBezTo>
                      <a:pt x="6741" y="0"/>
                      <a:pt x="5416" y="295"/>
                      <a:pt x="4210" y="898"/>
                    </a:cubicBezTo>
                    <a:cubicBezTo>
                      <a:pt x="2984" y="1483"/>
                      <a:pt x="1924" y="2431"/>
                      <a:pt x="1367" y="3657"/>
                    </a:cubicBezTo>
                    <a:cubicBezTo>
                      <a:pt x="503" y="5608"/>
                      <a:pt x="1144" y="7866"/>
                      <a:pt x="1785" y="9901"/>
                    </a:cubicBezTo>
                    <a:cubicBezTo>
                      <a:pt x="2538" y="12326"/>
                      <a:pt x="3318" y="14724"/>
                      <a:pt x="4099" y="17177"/>
                    </a:cubicBezTo>
                    <a:cubicBezTo>
                      <a:pt x="4517" y="18487"/>
                      <a:pt x="4991" y="19853"/>
                      <a:pt x="5019" y="21246"/>
                    </a:cubicBezTo>
                    <a:cubicBezTo>
                      <a:pt x="5074" y="22640"/>
                      <a:pt x="4740" y="24090"/>
                      <a:pt x="3792" y="25149"/>
                    </a:cubicBezTo>
                    <a:cubicBezTo>
                      <a:pt x="3147" y="25832"/>
                      <a:pt x="2193" y="26256"/>
                      <a:pt x="1263" y="26256"/>
                    </a:cubicBezTo>
                    <a:cubicBezTo>
                      <a:pt x="825" y="26256"/>
                      <a:pt x="393" y="26162"/>
                      <a:pt x="1" y="25957"/>
                    </a:cubicBezTo>
                    <a:lnTo>
                      <a:pt x="1" y="25957"/>
                    </a:lnTo>
                    <a:cubicBezTo>
                      <a:pt x="2624" y="29387"/>
                      <a:pt x="6638" y="31608"/>
                      <a:pt x="10888" y="31608"/>
                    </a:cubicBezTo>
                    <a:cubicBezTo>
                      <a:pt x="11336" y="31608"/>
                      <a:pt x="11787" y="31583"/>
                      <a:pt x="12238" y="31532"/>
                    </a:cubicBezTo>
                    <a:cubicBezTo>
                      <a:pt x="13855" y="31365"/>
                      <a:pt x="15528" y="30836"/>
                      <a:pt x="16838" y="29776"/>
                    </a:cubicBezTo>
                    <a:cubicBezTo>
                      <a:pt x="18287" y="28578"/>
                      <a:pt x="19123" y="26710"/>
                      <a:pt x="19430" y="24842"/>
                    </a:cubicBezTo>
                    <a:cubicBezTo>
                      <a:pt x="19765" y="22947"/>
                      <a:pt x="19569" y="21051"/>
                      <a:pt x="19346" y="19128"/>
                    </a:cubicBezTo>
                    <a:cubicBezTo>
                      <a:pt x="18677" y="14584"/>
                      <a:pt x="17869" y="9650"/>
                      <a:pt x="16169" y="5441"/>
                    </a:cubicBezTo>
                    <a:cubicBezTo>
                      <a:pt x="15277" y="3211"/>
                      <a:pt x="13409" y="1399"/>
                      <a:pt x="11179" y="563"/>
                    </a:cubicBezTo>
                    <a:cubicBezTo>
                      <a:pt x="10185" y="190"/>
                      <a:pt x="9126" y="0"/>
                      <a:pt x="8063"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1" name="Google Shape;1659;p59"/>
              <p:cNvSpPr/>
              <p:nvPr/>
            </p:nvSpPr>
            <p:spPr>
              <a:xfrm flipH="1">
                <a:off x="7383960" y="2155320"/>
                <a:ext cx="455400" cy="1075680"/>
              </a:xfrm>
              <a:custGeom>
                <a:avLst/>
                <a:gdLst>
                  <a:gd name="textAreaLeft" fmla="*/ -360 w 455400"/>
                  <a:gd name="textAreaRight" fmla="*/ 455400 w 455400"/>
                  <a:gd name="textAreaTop" fmla="*/ 0 h 1075680"/>
                  <a:gd name="textAreaBottom" fmla="*/ 1076040 h 1075680"/>
                </a:gdLst>
                <a:ahLst/>
                <a:cxnLst/>
                <a:rect l="textAreaLeft" t="textAreaTop" r="textAreaRight" b="textAreaBottom"/>
                <a:pathLst>
                  <a:path w="12294" h="29025">
                    <a:moveTo>
                      <a:pt x="5951" y="1"/>
                    </a:moveTo>
                    <a:cubicBezTo>
                      <a:pt x="4200" y="1"/>
                      <a:pt x="2458" y="1025"/>
                      <a:pt x="1478" y="2519"/>
                    </a:cubicBezTo>
                    <a:cubicBezTo>
                      <a:pt x="168" y="4414"/>
                      <a:pt x="1" y="6867"/>
                      <a:pt x="503" y="9097"/>
                    </a:cubicBezTo>
                    <a:cubicBezTo>
                      <a:pt x="977" y="11327"/>
                      <a:pt x="2036" y="13390"/>
                      <a:pt x="3095" y="15425"/>
                    </a:cubicBezTo>
                    <a:cubicBezTo>
                      <a:pt x="4182" y="17432"/>
                      <a:pt x="5297" y="19523"/>
                      <a:pt x="5437" y="21836"/>
                    </a:cubicBezTo>
                    <a:cubicBezTo>
                      <a:pt x="5576" y="24261"/>
                      <a:pt x="4489" y="26742"/>
                      <a:pt x="2538" y="28303"/>
                    </a:cubicBezTo>
                    <a:cubicBezTo>
                      <a:pt x="2259" y="28526"/>
                      <a:pt x="1980" y="28721"/>
                      <a:pt x="1701" y="28917"/>
                    </a:cubicBezTo>
                    <a:cubicBezTo>
                      <a:pt x="2246" y="28990"/>
                      <a:pt x="2782" y="29025"/>
                      <a:pt x="3320" y="29025"/>
                    </a:cubicBezTo>
                    <a:cubicBezTo>
                      <a:pt x="3800" y="29025"/>
                      <a:pt x="4281" y="28997"/>
                      <a:pt x="4768" y="28944"/>
                    </a:cubicBezTo>
                    <a:cubicBezTo>
                      <a:pt x="6440" y="28777"/>
                      <a:pt x="8085" y="28275"/>
                      <a:pt x="9367" y="27188"/>
                    </a:cubicBezTo>
                    <a:cubicBezTo>
                      <a:pt x="10844" y="25990"/>
                      <a:pt x="11681" y="24122"/>
                      <a:pt x="11987" y="22254"/>
                    </a:cubicBezTo>
                    <a:cubicBezTo>
                      <a:pt x="12294" y="20359"/>
                      <a:pt x="12127" y="18408"/>
                      <a:pt x="11876" y="16540"/>
                    </a:cubicBezTo>
                    <a:cubicBezTo>
                      <a:pt x="11290" y="12024"/>
                      <a:pt x="10482" y="7090"/>
                      <a:pt x="8782" y="2881"/>
                    </a:cubicBezTo>
                    <a:cubicBezTo>
                      <a:pt x="8364" y="1850"/>
                      <a:pt x="7750" y="930"/>
                      <a:pt x="6970" y="121"/>
                    </a:cubicBezTo>
                    <a:cubicBezTo>
                      <a:pt x="6634" y="40"/>
                      <a:pt x="6292" y="1"/>
                      <a:pt x="5951"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2" name="Google Shape;1660;p59"/>
              <p:cNvSpPr/>
              <p:nvPr/>
            </p:nvSpPr>
            <p:spPr>
              <a:xfrm flipH="1">
                <a:off x="6009120" y="2406600"/>
                <a:ext cx="803880" cy="1388520"/>
              </a:xfrm>
              <a:custGeom>
                <a:avLst/>
                <a:gdLst>
                  <a:gd name="textAreaLeft" fmla="*/ -360 w 803880"/>
                  <a:gd name="textAreaRight" fmla="*/ 803880 w 803880"/>
                  <a:gd name="textAreaTop" fmla="*/ 0 h 1388520"/>
                  <a:gd name="textAreaBottom" fmla="*/ 1388880 h 1388520"/>
                </a:gdLst>
                <a:ahLst/>
                <a:cxnLst/>
                <a:rect l="textAreaLeft" t="textAreaTop" r="textAreaRight" b="textAreaBottom"/>
                <a:pathLst>
                  <a:path w="21688" h="37457">
                    <a:moveTo>
                      <a:pt x="14553" y="0"/>
                    </a:moveTo>
                    <a:cubicBezTo>
                      <a:pt x="14202" y="0"/>
                      <a:pt x="13874" y="183"/>
                      <a:pt x="13687" y="537"/>
                    </a:cubicBezTo>
                    <a:cubicBezTo>
                      <a:pt x="12433" y="2962"/>
                      <a:pt x="11652" y="5611"/>
                      <a:pt x="11485" y="8370"/>
                    </a:cubicBezTo>
                    <a:cubicBezTo>
                      <a:pt x="10899" y="7534"/>
                      <a:pt x="10481" y="6586"/>
                      <a:pt x="10258" y="5611"/>
                    </a:cubicBezTo>
                    <a:cubicBezTo>
                      <a:pt x="10124" y="5101"/>
                      <a:pt x="9681" y="4773"/>
                      <a:pt x="9177" y="4773"/>
                    </a:cubicBezTo>
                    <a:cubicBezTo>
                      <a:pt x="9156" y="4773"/>
                      <a:pt x="9136" y="4773"/>
                      <a:pt x="9115" y="4774"/>
                    </a:cubicBezTo>
                    <a:lnTo>
                      <a:pt x="9087" y="4774"/>
                    </a:lnTo>
                    <a:cubicBezTo>
                      <a:pt x="8530" y="4858"/>
                      <a:pt x="8084" y="5332"/>
                      <a:pt x="8112" y="5889"/>
                    </a:cubicBezTo>
                    <a:cubicBezTo>
                      <a:pt x="8223" y="8565"/>
                      <a:pt x="9283" y="11269"/>
                      <a:pt x="11150" y="13220"/>
                    </a:cubicBezTo>
                    <a:lnTo>
                      <a:pt x="7582" y="26656"/>
                    </a:lnTo>
                    <a:lnTo>
                      <a:pt x="5296" y="23144"/>
                    </a:lnTo>
                    <a:lnTo>
                      <a:pt x="0" y="29862"/>
                    </a:lnTo>
                    <a:lnTo>
                      <a:pt x="3652" y="34880"/>
                    </a:lnTo>
                    <a:cubicBezTo>
                      <a:pt x="4831" y="36507"/>
                      <a:pt x="6729" y="37456"/>
                      <a:pt x="8704" y="37456"/>
                    </a:cubicBezTo>
                    <a:cubicBezTo>
                      <a:pt x="9063" y="37456"/>
                      <a:pt x="9424" y="37425"/>
                      <a:pt x="9784" y="37360"/>
                    </a:cubicBezTo>
                    <a:cubicBezTo>
                      <a:pt x="12739" y="36831"/>
                      <a:pt x="14913" y="34350"/>
                      <a:pt x="14997" y="31367"/>
                    </a:cubicBezTo>
                    <a:lnTo>
                      <a:pt x="15555" y="14196"/>
                    </a:lnTo>
                    <a:cubicBezTo>
                      <a:pt x="17199" y="12970"/>
                      <a:pt x="18314" y="11046"/>
                      <a:pt x="18593" y="9039"/>
                    </a:cubicBezTo>
                    <a:cubicBezTo>
                      <a:pt x="19541" y="8064"/>
                      <a:pt x="20516" y="7116"/>
                      <a:pt x="21464" y="6140"/>
                    </a:cubicBezTo>
                    <a:cubicBezTo>
                      <a:pt x="21687" y="5889"/>
                      <a:pt x="21659" y="5471"/>
                      <a:pt x="21408" y="5220"/>
                    </a:cubicBezTo>
                    <a:cubicBezTo>
                      <a:pt x="21311" y="5123"/>
                      <a:pt x="21164" y="5074"/>
                      <a:pt x="21011" y="5074"/>
                    </a:cubicBezTo>
                    <a:cubicBezTo>
                      <a:pt x="20858" y="5074"/>
                      <a:pt x="20698" y="5123"/>
                      <a:pt x="20572" y="5220"/>
                    </a:cubicBezTo>
                    <a:cubicBezTo>
                      <a:pt x="19792" y="5973"/>
                      <a:pt x="18900" y="6726"/>
                      <a:pt x="18119" y="7422"/>
                    </a:cubicBezTo>
                    <a:cubicBezTo>
                      <a:pt x="18844" y="6307"/>
                      <a:pt x="19652" y="5192"/>
                      <a:pt x="20572" y="4217"/>
                    </a:cubicBezTo>
                    <a:cubicBezTo>
                      <a:pt x="20962" y="3826"/>
                      <a:pt x="20934" y="3241"/>
                      <a:pt x="20572" y="2907"/>
                    </a:cubicBezTo>
                    <a:cubicBezTo>
                      <a:pt x="20395" y="2715"/>
                      <a:pt x="20155" y="2616"/>
                      <a:pt x="19910" y="2616"/>
                    </a:cubicBezTo>
                    <a:cubicBezTo>
                      <a:pt x="19694" y="2616"/>
                      <a:pt x="19473" y="2694"/>
                      <a:pt x="19290" y="2851"/>
                    </a:cubicBezTo>
                    <a:cubicBezTo>
                      <a:pt x="18258" y="3826"/>
                      <a:pt x="17283" y="4914"/>
                      <a:pt x="16502" y="6140"/>
                    </a:cubicBezTo>
                    <a:cubicBezTo>
                      <a:pt x="17088" y="4719"/>
                      <a:pt x="17980" y="3353"/>
                      <a:pt x="18983" y="2126"/>
                    </a:cubicBezTo>
                    <a:cubicBezTo>
                      <a:pt x="19373" y="1680"/>
                      <a:pt x="19290" y="983"/>
                      <a:pt x="18844" y="621"/>
                    </a:cubicBezTo>
                    <a:cubicBezTo>
                      <a:pt x="18650" y="475"/>
                      <a:pt x="18419" y="404"/>
                      <a:pt x="18192" y="404"/>
                    </a:cubicBezTo>
                    <a:cubicBezTo>
                      <a:pt x="17898" y="404"/>
                      <a:pt x="17611" y="524"/>
                      <a:pt x="17422" y="760"/>
                    </a:cubicBezTo>
                    <a:cubicBezTo>
                      <a:pt x="16112" y="2293"/>
                      <a:pt x="15053" y="3966"/>
                      <a:pt x="14300" y="5834"/>
                    </a:cubicBezTo>
                    <a:cubicBezTo>
                      <a:pt x="14495" y="4300"/>
                      <a:pt x="14858" y="2767"/>
                      <a:pt x="15471" y="1318"/>
                    </a:cubicBezTo>
                    <a:cubicBezTo>
                      <a:pt x="15638" y="844"/>
                      <a:pt x="15415" y="286"/>
                      <a:pt x="14941" y="63"/>
                    </a:cubicBezTo>
                    <a:lnTo>
                      <a:pt x="14913" y="63"/>
                    </a:lnTo>
                    <a:cubicBezTo>
                      <a:pt x="14794" y="21"/>
                      <a:pt x="14672" y="0"/>
                      <a:pt x="14553" y="0"/>
                    </a:cubicBezTo>
                    <a:close/>
                  </a:path>
                </a:pathLst>
              </a:custGeom>
              <a:solidFill>
                <a:srgbClr val="EBA4B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3" name="Google Shape;1661;p59"/>
              <p:cNvSpPr/>
              <p:nvPr/>
            </p:nvSpPr>
            <p:spPr>
              <a:xfrm flipH="1">
                <a:off x="6529320" y="3373200"/>
                <a:ext cx="75240" cy="243720"/>
              </a:xfrm>
              <a:custGeom>
                <a:avLst/>
                <a:gdLst>
                  <a:gd name="textAreaLeft" fmla="*/ -360 w 75240"/>
                  <a:gd name="textAreaRight" fmla="*/ 75240 w 75240"/>
                  <a:gd name="textAreaTop" fmla="*/ 0 h 243720"/>
                  <a:gd name="textAreaBottom" fmla="*/ 244080 h 243720"/>
                </a:gdLst>
                <a:ahLst/>
                <a:cxnLst/>
                <a:rect l="textAreaLeft" t="textAreaTop" r="textAreaRight" b="textAreaBottom"/>
                <a:pathLst>
                  <a:path w="2036" h="6580">
                    <a:moveTo>
                      <a:pt x="1646" y="1"/>
                    </a:moveTo>
                    <a:cubicBezTo>
                      <a:pt x="531" y="1311"/>
                      <a:pt x="1" y="3095"/>
                      <a:pt x="252" y="4795"/>
                    </a:cubicBezTo>
                    <a:lnTo>
                      <a:pt x="447" y="6580"/>
                    </a:lnTo>
                    <a:lnTo>
                      <a:pt x="2036" y="586"/>
                    </a:lnTo>
                    <a:lnTo>
                      <a:pt x="1646" y="1"/>
                    </a:lnTo>
                    <a:close/>
                  </a:path>
                </a:pathLst>
              </a:custGeom>
              <a:solidFill>
                <a:srgbClr val="B76D8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4" name="Google Shape;1662;p59"/>
              <p:cNvSpPr/>
              <p:nvPr/>
            </p:nvSpPr>
            <p:spPr>
              <a:xfrm flipH="1">
                <a:off x="6234480" y="2711160"/>
                <a:ext cx="153000" cy="157680"/>
              </a:xfrm>
              <a:custGeom>
                <a:avLst/>
                <a:gdLst>
                  <a:gd name="textAreaLeft" fmla="*/ -360 w 153000"/>
                  <a:gd name="textAreaRight" fmla="*/ 153000 w 153000"/>
                  <a:gd name="textAreaTop" fmla="*/ 0 h 157680"/>
                  <a:gd name="textAreaBottom" fmla="*/ 158040 h 157680"/>
                </a:gdLst>
                <a:ahLst/>
                <a:cxnLst/>
                <a:rect l="textAreaLeft" t="textAreaTop" r="textAreaRight" b="textAreaBottom"/>
                <a:pathLst>
                  <a:path w="4133" h="4258">
                    <a:moveTo>
                      <a:pt x="628" y="1"/>
                    </a:moveTo>
                    <a:cubicBezTo>
                      <a:pt x="393" y="1"/>
                      <a:pt x="177" y="44"/>
                      <a:pt x="1" y="132"/>
                    </a:cubicBezTo>
                    <a:cubicBezTo>
                      <a:pt x="2593" y="634"/>
                      <a:pt x="2928" y="3477"/>
                      <a:pt x="2677" y="4258"/>
                    </a:cubicBezTo>
                    <a:cubicBezTo>
                      <a:pt x="4133" y="1537"/>
                      <a:pt x="2032" y="1"/>
                      <a:pt x="628" y="1"/>
                    </a:cubicBezTo>
                    <a:close/>
                  </a:path>
                </a:pathLst>
              </a:custGeom>
              <a:solidFill>
                <a:srgbClr val="B76D89"/>
              </a:soli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5" name="Google Shape;1663;p59"/>
              <p:cNvSpPr/>
              <p:nvPr/>
            </p:nvSpPr>
            <p:spPr>
              <a:xfrm flipH="1">
                <a:off x="6615000" y="3264840"/>
                <a:ext cx="196200" cy="378000"/>
              </a:xfrm>
              <a:custGeom>
                <a:avLst/>
                <a:gdLst>
                  <a:gd name="textAreaLeft" fmla="*/ -360 w 196200"/>
                  <a:gd name="textAreaRight" fmla="*/ 196200 w 196200"/>
                  <a:gd name="textAreaTop" fmla="*/ 0 h 378000"/>
                  <a:gd name="textAreaBottom" fmla="*/ 378360 h 378000"/>
                </a:gdLst>
                <a:ahLst/>
                <a:cxnLst/>
                <a:rect l="textAreaLeft" t="textAreaTop" r="textAreaRight" b="textAreaBottom"/>
                <a:pathLst>
                  <a:path w="5298" h="10203">
                    <a:moveTo>
                      <a:pt x="5297" y="0"/>
                    </a:moveTo>
                    <a:lnTo>
                      <a:pt x="1" y="6718"/>
                    </a:lnTo>
                    <a:lnTo>
                      <a:pt x="2538" y="10202"/>
                    </a:lnTo>
                    <a:lnTo>
                      <a:pt x="2342" y="9060"/>
                    </a:lnTo>
                    <a:cubicBezTo>
                      <a:pt x="2036" y="7415"/>
                      <a:pt x="2259" y="5742"/>
                      <a:pt x="3039" y="4293"/>
                    </a:cubicBezTo>
                    <a:lnTo>
                      <a:pt x="5297" y="0"/>
                    </a:lnTo>
                    <a:close/>
                  </a:path>
                </a:pathLst>
              </a:custGeom>
              <a:solidFill>
                <a:srgbClr val="B76D8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6" name="Google Shape;1664;p59"/>
              <p:cNvSpPr/>
              <p:nvPr/>
            </p:nvSpPr>
            <p:spPr>
              <a:xfrm flipH="1">
                <a:off x="6593040" y="2991240"/>
                <a:ext cx="1540440" cy="1606320"/>
              </a:xfrm>
              <a:custGeom>
                <a:avLst/>
                <a:gdLst>
                  <a:gd name="textAreaLeft" fmla="*/ -360 w 1540440"/>
                  <a:gd name="textAreaRight" fmla="*/ 1540440 w 1540440"/>
                  <a:gd name="textAreaTop" fmla="*/ 0 h 1606320"/>
                  <a:gd name="textAreaBottom" fmla="*/ 1606680 h 1606320"/>
                </a:gdLst>
                <a:ahLst/>
                <a:cxnLst/>
                <a:rect l="textAreaLeft" t="textAreaTop" r="textAreaRight" b="textAreaBottom"/>
                <a:pathLst>
                  <a:path w="41563" h="43336">
                    <a:moveTo>
                      <a:pt x="32246" y="0"/>
                    </a:moveTo>
                    <a:cubicBezTo>
                      <a:pt x="31399" y="0"/>
                      <a:pt x="30545" y="135"/>
                      <a:pt x="29716" y="411"/>
                    </a:cubicBezTo>
                    <a:cubicBezTo>
                      <a:pt x="30022" y="2362"/>
                      <a:pt x="29381" y="4425"/>
                      <a:pt x="28071" y="5903"/>
                    </a:cubicBezTo>
                    <a:cubicBezTo>
                      <a:pt x="26510" y="7715"/>
                      <a:pt x="24113" y="8662"/>
                      <a:pt x="21743" y="8774"/>
                    </a:cubicBezTo>
                    <a:cubicBezTo>
                      <a:pt x="21605" y="8779"/>
                      <a:pt x="21466" y="8782"/>
                      <a:pt x="21327" y="8782"/>
                    </a:cubicBezTo>
                    <a:cubicBezTo>
                      <a:pt x="20031" y="8782"/>
                      <a:pt x="18692" y="8542"/>
                      <a:pt x="17534" y="7938"/>
                    </a:cubicBezTo>
                    <a:cubicBezTo>
                      <a:pt x="16196" y="7269"/>
                      <a:pt x="15081" y="6237"/>
                      <a:pt x="14496" y="4899"/>
                    </a:cubicBezTo>
                    <a:cubicBezTo>
                      <a:pt x="14050" y="3868"/>
                      <a:pt x="13910" y="2697"/>
                      <a:pt x="13910" y="1554"/>
                    </a:cubicBezTo>
                    <a:lnTo>
                      <a:pt x="10621" y="1275"/>
                    </a:lnTo>
                    <a:cubicBezTo>
                      <a:pt x="10438" y="1261"/>
                      <a:pt x="10256" y="1254"/>
                      <a:pt x="10074" y="1254"/>
                    </a:cubicBezTo>
                    <a:cubicBezTo>
                      <a:pt x="7740" y="1254"/>
                      <a:pt x="5561" y="2408"/>
                      <a:pt x="4293" y="4425"/>
                    </a:cubicBezTo>
                    <a:lnTo>
                      <a:pt x="0" y="11032"/>
                    </a:lnTo>
                    <a:lnTo>
                      <a:pt x="6997" y="15324"/>
                    </a:lnTo>
                    <a:lnTo>
                      <a:pt x="9506" y="18419"/>
                    </a:lnTo>
                    <a:lnTo>
                      <a:pt x="10509" y="20481"/>
                    </a:lnTo>
                    <a:cubicBezTo>
                      <a:pt x="13018" y="25555"/>
                      <a:pt x="13074" y="31548"/>
                      <a:pt x="10482" y="36621"/>
                    </a:cubicBezTo>
                    <a:cubicBezTo>
                      <a:pt x="10175" y="37207"/>
                      <a:pt x="9367" y="38656"/>
                      <a:pt x="9032" y="39214"/>
                    </a:cubicBezTo>
                    <a:cubicBezTo>
                      <a:pt x="11429" y="41639"/>
                      <a:pt x="18315" y="41555"/>
                      <a:pt x="20099" y="42336"/>
                    </a:cubicBezTo>
                    <a:cubicBezTo>
                      <a:pt x="21707" y="43017"/>
                      <a:pt x="23480" y="43335"/>
                      <a:pt x="25281" y="43335"/>
                    </a:cubicBezTo>
                    <a:cubicBezTo>
                      <a:pt x="28786" y="43335"/>
                      <a:pt x="32398" y="42130"/>
                      <a:pt x="35123" y="40050"/>
                    </a:cubicBezTo>
                    <a:cubicBezTo>
                      <a:pt x="35123" y="40050"/>
                      <a:pt x="36294" y="31910"/>
                      <a:pt x="36127" y="23659"/>
                    </a:cubicBezTo>
                    <a:cubicBezTo>
                      <a:pt x="36127" y="22711"/>
                      <a:pt x="36434" y="21792"/>
                      <a:pt x="36991" y="21039"/>
                    </a:cubicBezTo>
                    <a:cubicBezTo>
                      <a:pt x="38468" y="19116"/>
                      <a:pt x="38719" y="16495"/>
                      <a:pt x="37604" y="14377"/>
                    </a:cubicBezTo>
                    <a:lnTo>
                      <a:pt x="36712" y="12676"/>
                    </a:lnTo>
                    <a:lnTo>
                      <a:pt x="41563" y="6516"/>
                    </a:lnTo>
                    <a:lnTo>
                      <a:pt x="38162" y="2669"/>
                    </a:lnTo>
                    <a:cubicBezTo>
                      <a:pt x="36647" y="932"/>
                      <a:pt x="34474" y="0"/>
                      <a:pt x="3224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7" name="Google Shape;1665;p59"/>
              <p:cNvSpPr/>
              <p:nvPr/>
            </p:nvSpPr>
            <p:spPr>
              <a:xfrm flipH="1">
                <a:off x="6874920" y="3739320"/>
                <a:ext cx="617760" cy="110160"/>
              </a:xfrm>
              <a:custGeom>
                <a:avLst/>
                <a:gdLst>
                  <a:gd name="textAreaLeft" fmla="*/ 360 w 617760"/>
                  <a:gd name="textAreaRight" fmla="*/ 618480 w 617760"/>
                  <a:gd name="textAreaTop" fmla="*/ 0 h 110160"/>
                  <a:gd name="textAreaBottom" fmla="*/ 110520 h 110160"/>
                </a:gdLst>
                <a:ahLst/>
                <a:cxnLst/>
                <a:rect l="textAreaLeft" t="textAreaTop" r="textAreaRight" b="textAreaBottom"/>
                <a:pathLst>
                  <a:path w="16670" h="2977">
                    <a:moveTo>
                      <a:pt x="8434" y="1"/>
                    </a:moveTo>
                    <a:cubicBezTo>
                      <a:pt x="7973" y="1"/>
                      <a:pt x="7523" y="88"/>
                      <a:pt x="7108" y="300"/>
                    </a:cubicBezTo>
                    <a:cubicBezTo>
                      <a:pt x="6328" y="719"/>
                      <a:pt x="5826" y="1583"/>
                      <a:pt x="4962" y="1861"/>
                    </a:cubicBezTo>
                    <a:cubicBezTo>
                      <a:pt x="4693" y="1957"/>
                      <a:pt x="4415" y="1991"/>
                      <a:pt x="4131" y="1991"/>
                    </a:cubicBezTo>
                    <a:cubicBezTo>
                      <a:pt x="3590" y="1991"/>
                      <a:pt x="3029" y="1870"/>
                      <a:pt x="2481" y="1834"/>
                    </a:cubicBezTo>
                    <a:cubicBezTo>
                      <a:pt x="2455" y="1833"/>
                      <a:pt x="2428" y="1832"/>
                      <a:pt x="2401" y="1832"/>
                    </a:cubicBezTo>
                    <a:cubicBezTo>
                      <a:pt x="1558" y="1832"/>
                      <a:pt x="243" y="2247"/>
                      <a:pt x="0" y="2976"/>
                    </a:cubicBezTo>
                    <a:cubicBezTo>
                      <a:pt x="3036" y="2593"/>
                      <a:pt x="6097" y="2404"/>
                      <a:pt x="9161" y="2404"/>
                    </a:cubicBezTo>
                    <a:cubicBezTo>
                      <a:pt x="11666" y="2404"/>
                      <a:pt x="14174" y="2530"/>
                      <a:pt x="16669" y="2781"/>
                    </a:cubicBezTo>
                    <a:cubicBezTo>
                      <a:pt x="16419" y="2363"/>
                      <a:pt x="15973" y="2029"/>
                      <a:pt x="15471" y="1973"/>
                    </a:cubicBezTo>
                    <a:cubicBezTo>
                      <a:pt x="14997" y="1889"/>
                      <a:pt x="14551" y="1945"/>
                      <a:pt x="14049" y="1861"/>
                    </a:cubicBezTo>
                    <a:cubicBezTo>
                      <a:pt x="12823" y="1722"/>
                      <a:pt x="11763" y="1053"/>
                      <a:pt x="10648" y="523"/>
                    </a:cubicBezTo>
                    <a:cubicBezTo>
                      <a:pt x="9958" y="230"/>
                      <a:pt x="9183" y="1"/>
                      <a:pt x="8434" y="1"/>
                    </a:cubicBezTo>
                    <a:close/>
                  </a:path>
                </a:pathLst>
              </a:custGeom>
              <a:solidFill>
                <a:srgbClr val="E4E4E0"/>
              </a:solidFill>
              <a:ln w="0">
                <a:noFill/>
              </a:ln>
            </p:spPr>
            <p:style>
              <a:lnRef idx="0">
                <a:scrgbClr r="0" g="0" b="0"/>
              </a:lnRef>
              <a:fillRef idx="0">
                <a:scrgbClr r="0" g="0" b="0"/>
              </a:fillRef>
              <a:effectRef idx="0">
                <a:scrgbClr r="0" g="0" b="0"/>
              </a:effectRef>
              <a:fontRef idx="minor"/>
            </p:style>
            <p:txBody>
              <a:bodyPr tIns="55080" bIns="55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8" name="Google Shape;1666;p59"/>
              <p:cNvSpPr/>
              <p:nvPr/>
            </p:nvSpPr>
            <p:spPr>
              <a:xfrm flipH="1">
                <a:off x="6689880" y="3223440"/>
                <a:ext cx="205200" cy="238320"/>
              </a:xfrm>
              <a:custGeom>
                <a:avLst/>
                <a:gdLst>
                  <a:gd name="textAreaLeft" fmla="*/ 360 w 205200"/>
                  <a:gd name="textAreaRight" fmla="*/ 205920 w 205200"/>
                  <a:gd name="textAreaTop" fmla="*/ 0 h 238320"/>
                  <a:gd name="textAreaBottom" fmla="*/ 238680 h 238320"/>
                </a:gdLst>
                <a:ahLst/>
                <a:cxnLst/>
                <a:rect l="textAreaLeft" t="textAreaTop" r="textAreaRight" b="textAreaBottom"/>
                <a:pathLst>
                  <a:path w="5549" h="6440">
                    <a:moveTo>
                      <a:pt x="1" y="0"/>
                    </a:moveTo>
                    <a:lnTo>
                      <a:pt x="3346" y="6439"/>
                    </a:lnTo>
                    <a:lnTo>
                      <a:pt x="5548" y="3680"/>
                    </a:lnTo>
                    <a:lnTo>
                      <a:pt x="4099" y="4376"/>
                    </a:lnTo>
                    <a:cubicBezTo>
                      <a:pt x="4011" y="4416"/>
                      <a:pt x="3916" y="4436"/>
                      <a:pt x="3821" y="4436"/>
                    </a:cubicBezTo>
                    <a:cubicBezTo>
                      <a:pt x="3586" y="4436"/>
                      <a:pt x="3354" y="4316"/>
                      <a:pt x="3235" y="4098"/>
                    </a:cubicBezTo>
                    <a:cubicBezTo>
                      <a:pt x="2482" y="2592"/>
                      <a:pt x="1423" y="1282"/>
                      <a:pt x="168" y="167"/>
                    </a:cubicBezTo>
                    <a:lnTo>
                      <a:pt x="1" y="0"/>
                    </a:lnTo>
                    <a:close/>
                  </a:path>
                </a:pathLst>
              </a:custGeom>
              <a:solidFill>
                <a:srgbClr val="E4E4E0"/>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9" name="Google Shape;1667;p59"/>
              <p:cNvSpPr/>
              <p:nvPr/>
            </p:nvSpPr>
            <p:spPr>
              <a:xfrm flipH="1">
                <a:off x="7019640" y="2799720"/>
                <a:ext cx="599040" cy="518040"/>
              </a:xfrm>
              <a:custGeom>
                <a:avLst/>
                <a:gdLst>
                  <a:gd name="textAreaLeft" fmla="*/ 360 w 599040"/>
                  <a:gd name="textAreaRight" fmla="*/ 599760 w 599040"/>
                  <a:gd name="textAreaTop" fmla="*/ 0 h 518040"/>
                  <a:gd name="textAreaBottom" fmla="*/ 518400 h 518040"/>
                </a:gdLst>
                <a:ahLst/>
                <a:cxnLst/>
                <a:rect l="textAreaLeft" t="textAreaTop" r="textAreaRight" b="textAreaBottom"/>
                <a:pathLst>
                  <a:path w="16168" h="13982">
                    <a:moveTo>
                      <a:pt x="4711" y="0"/>
                    </a:moveTo>
                    <a:lnTo>
                      <a:pt x="4182" y="7136"/>
                    </a:lnTo>
                    <a:lnTo>
                      <a:pt x="28" y="6746"/>
                    </a:lnTo>
                    <a:lnTo>
                      <a:pt x="28" y="6746"/>
                    </a:lnTo>
                    <a:cubicBezTo>
                      <a:pt x="0" y="7917"/>
                      <a:pt x="140" y="9060"/>
                      <a:pt x="613" y="10091"/>
                    </a:cubicBezTo>
                    <a:cubicBezTo>
                      <a:pt x="1255" y="11429"/>
                      <a:pt x="2370" y="12460"/>
                      <a:pt x="3652" y="13129"/>
                    </a:cubicBezTo>
                    <a:cubicBezTo>
                      <a:pt x="4776" y="13716"/>
                      <a:pt x="6051" y="13981"/>
                      <a:pt x="7325" y="13981"/>
                    </a:cubicBezTo>
                    <a:cubicBezTo>
                      <a:pt x="7504" y="13981"/>
                      <a:pt x="7683" y="13976"/>
                      <a:pt x="7861" y="13966"/>
                    </a:cubicBezTo>
                    <a:cubicBezTo>
                      <a:pt x="10230" y="13854"/>
                      <a:pt x="12656" y="12879"/>
                      <a:pt x="14217" y="11122"/>
                    </a:cubicBezTo>
                    <a:cubicBezTo>
                      <a:pt x="15499" y="9617"/>
                      <a:pt x="16168" y="7526"/>
                      <a:pt x="15861" y="5603"/>
                    </a:cubicBezTo>
                    <a:lnTo>
                      <a:pt x="15861" y="5603"/>
                    </a:lnTo>
                    <a:lnTo>
                      <a:pt x="12182" y="6857"/>
                    </a:lnTo>
                    <a:lnTo>
                      <a:pt x="12182" y="3039"/>
                    </a:lnTo>
                    <a:lnTo>
                      <a:pt x="4711" y="0"/>
                    </a:lnTo>
                    <a:close/>
                  </a:path>
                </a:pathLst>
              </a:custGeom>
              <a:solidFill>
                <a:srgbClr val="EBA4B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0" name="Google Shape;1668;p59"/>
              <p:cNvSpPr/>
              <p:nvPr/>
            </p:nvSpPr>
            <p:spPr>
              <a:xfrm flipH="1">
                <a:off x="7166880" y="2799720"/>
                <a:ext cx="279720" cy="231840"/>
              </a:xfrm>
              <a:custGeom>
                <a:avLst/>
                <a:gdLst>
                  <a:gd name="textAreaLeft" fmla="*/ -360 w 279720"/>
                  <a:gd name="textAreaRight" fmla="*/ 279720 w 279720"/>
                  <a:gd name="textAreaTop" fmla="*/ 0 h 231840"/>
                  <a:gd name="textAreaBottom" fmla="*/ 232200 h 231840"/>
                </a:gdLst>
                <a:ahLst/>
                <a:cxnLst/>
                <a:rect l="textAreaLeft" t="textAreaTop" r="textAreaRight" b="textAreaBottom"/>
                <a:pathLst>
                  <a:path w="7555" h="6265">
                    <a:moveTo>
                      <a:pt x="84" y="0"/>
                    </a:moveTo>
                    <a:lnTo>
                      <a:pt x="1" y="725"/>
                    </a:lnTo>
                    <a:cubicBezTo>
                      <a:pt x="363" y="1728"/>
                      <a:pt x="809" y="2676"/>
                      <a:pt x="1422" y="3512"/>
                    </a:cubicBezTo>
                    <a:cubicBezTo>
                      <a:pt x="2314" y="4655"/>
                      <a:pt x="3485" y="5603"/>
                      <a:pt x="4879" y="6021"/>
                    </a:cubicBezTo>
                    <a:cubicBezTo>
                      <a:pt x="5393" y="6187"/>
                      <a:pt x="5927" y="6264"/>
                      <a:pt x="6462" y="6264"/>
                    </a:cubicBezTo>
                    <a:cubicBezTo>
                      <a:pt x="6827" y="6264"/>
                      <a:pt x="7193" y="6228"/>
                      <a:pt x="7555" y="6161"/>
                    </a:cubicBezTo>
                    <a:lnTo>
                      <a:pt x="7555" y="3039"/>
                    </a:lnTo>
                    <a:lnTo>
                      <a:pt x="84" y="0"/>
                    </a:lnTo>
                    <a:close/>
                  </a:path>
                </a:pathLst>
              </a:custGeom>
              <a:solidFill>
                <a:srgbClr val="191919">
                  <a:alpha val="31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1" name="Google Shape;1669;p59"/>
              <p:cNvSpPr/>
              <p:nvPr/>
            </p:nvSpPr>
            <p:spPr>
              <a:xfrm flipH="1">
                <a:off x="7127280" y="2876040"/>
                <a:ext cx="491760" cy="442440"/>
              </a:xfrm>
              <a:custGeom>
                <a:avLst/>
                <a:gdLst>
                  <a:gd name="textAreaLeft" fmla="*/ 360 w 491760"/>
                  <a:gd name="textAreaRight" fmla="*/ 492480 w 491760"/>
                  <a:gd name="textAreaTop" fmla="*/ 0 h 442440"/>
                  <a:gd name="textAreaBottom" fmla="*/ 442800 h 442440"/>
                </a:gdLst>
                <a:ahLst/>
                <a:cxnLst/>
                <a:rect l="textAreaLeft" t="textAreaTop" r="textAreaRight" b="textAreaBottom"/>
                <a:pathLst>
                  <a:path w="13269" h="11948">
                    <a:moveTo>
                      <a:pt x="4572" y="1"/>
                    </a:moveTo>
                    <a:lnTo>
                      <a:pt x="4182" y="5074"/>
                    </a:lnTo>
                    <a:lnTo>
                      <a:pt x="28" y="4740"/>
                    </a:lnTo>
                    <a:lnTo>
                      <a:pt x="28" y="4740"/>
                    </a:lnTo>
                    <a:cubicBezTo>
                      <a:pt x="0" y="5883"/>
                      <a:pt x="140" y="7026"/>
                      <a:pt x="613" y="8085"/>
                    </a:cubicBezTo>
                    <a:cubicBezTo>
                      <a:pt x="1255" y="9395"/>
                      <a:pt x="2370" y="10454"/>
                      <a:pt x="3652" y="11095"/>
                    </a:cubicBezTo>
                    <a:cubicBezTo>
                      <a:pt x="4776" y="11682"/>
                      <a:pt x="6051" y="11947"/>
                      <a:pt x="7325" y="11947"/>
                    </a:cubicBezTo>
                    <a:cubicBezTo>
                      <a:pt x="7504" y="11947"/>
                      <a:pt x="7683" y="11942"/>
                      <a:pt x="7861" y="11932"/>
                    </a:cubicBezTo>
                    <a:cubicBezTo>
                      <a:pt x="9812" y="11876"/>
                      <a:pt x="11764" y="11207"/>
                      <a:pt x="13269" y="9980"/>
                    </a:cubicBezTo>
                    <a:lnTo>
                      <a:pt x="4572" y="1"/>
                    </a:lnTo>
                    <a:close/>
                  </a:path>
                </a:pathLst>
              </a:custGeom>
              <a:solidFill>
                <a:srgbClr val="B76D8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2" name="Google Shape;1670;p59"/>
              <p:cNvSpPr/>
              <p:nvPr/>
            </p:nvSpPr>
            <p:spPr>
              <a:xfrm flipH="1">
                <a:off x="7250400" y="2959920"/>
                <a:ext cx="1013400" cy="1056960"/>
              </a:xfrm>
              <a:custGeom>
                <a:avLst/>
                <a:gdLst>
                  <a:gd name="textAreaLeft" fmla="*/ -360 w 1013400"/>
                  <a:gd name="textAreaRight" fmla="*/ 1013400 w 1013400"/>
                  <a:gd name="textAreaTop" fmla="*/ 0 h 1056960"/>
                  <a:gd name="textAreaBottom" fmla="*/ 1057320 h 1056960"/>
                </a:gdLst>
                <a:ahLst/>
                <a:cxnLst/>
                <a:rect l="textAreaLeft" t="textAreaTop" r="textAreaRight" b="textAreaBottom"/>
                <a:pathLst>
                  <a:path w="27346" h="28520">
                    <a:moveTo>
                      <a:pt x="22814" y="1"/>
                    </a:moveTo>
                    <a:cubicBezTo>
                      <a:pt x="22516" y="1"/>
                      <a:pt x="22238" y="150"/>
                      <a:pt x="22050" y="414"/>
                    </a:cubicBezTo>
                    <a:cubicBezTo>
                      <a:pt x="20795" y="2142"/>
                      <a:pt x="19931" y="4205"/>
                      <a:pt x="19680" y="6324"/>
                    </a:cubicBezTo>
                    <a:cubicBezTo>
                      <a:pt x="19736" y="4707"/>
                      <a:pt x="19987" y="3034"/>
                      <a:pt x="20544" y="1445"/>
                    </a:cubicBezTo>
                    <a:cubicBezTo>
                      <a:pt x="20712" y="971"/>
                      <a:pt x="20461" y="442"/>
                      <a:pt x="19959" y="302"/>
                    </a:cubicBezTo>
                    <a:cubicBezTo>
                      <a:pt x="19887" y="283"/>
                      <a:pt x="19814" y="274"/>
                      <a:pt x="19743" y="274"/>
                    </a:cubicBezTo>
                    <a:cubicBezTo>
                      <a:pt x="19404" y="274"/>
                      <a:pt x="19094" y="486"/>
                      <a:pt x="18955" y="832"/>
                    </a:cubicBezTo>
                    <a:cubicBezTo>
                      <a:pt x="18286" y="2505"/>
                      <a:pt x="17896" y="4317"/>
                      <a:pt x="17924" y="6101"/>
                    </a:cubicBezTo>
                    <a:cubicBezTo>
                      <a:pt x="17868" y="4651"/>
                      <a:pt x="17868" y="3201"/>
                      <a:pt x="18008" y="1780"/>
                    </a:cubicBezTo>
                    <a:cubicBezTo>
                      <a:pt x="18035" y="1222"/>
                      <a:pt x="17617" y="721"/>
                      <a:pt x="17060" y="721"/>
                    </a:cubicBezTo>
                    <a:lnTo>
                      <a:pt x="17032" y="721"/>
                    </a:lnTo>
                    <a:cubicBezTo>
                      <a:pt x="16614" y="721"/>
                      <a:pt x="16224" y="1027"/>
                      <a:pt x="16140" y="1445"/>
                    </a:cubicBezTo>
                    <a:cubicBezTo>
                      <a:pt x="15332" y="5125"/>
                      <a:pt x="15443" y="8832"/>
                      <a:pt x="15889" y="12289"/>
                    </a:cubicBezTo>
                    <a:lnTo>
                      <a:pt x="10565" y="16163"/>
                    </a:lnTo>
                    <a:lnTo>
                      <a:pt x="4878" y="12679"/>
                    </a:lnTo>
                    <a:lnTo>
                      <a:pt x="920" y="21237"/>
                    </a:lnTo>
                    <a:cubicBezTo>
                      <a:pt x="0" y="23300"/>
                      <a:pt x="474" y="25753"/>
                      <a:pt x="2174" y="27230"/>
                    </a:cubicBezTo>
                    <a:cubicBezTo>
                      <a:pt x="3155" y="28096"/>
                      <a:pt x="4363" y="28520"/>
                      <a:pt x="5567" y="28520"/>
                    </a:cubicBezTo>
                    <a:cubicBezTo>
                      <a:pt x="6997" y="28520"/>
                      <a:pt x="8421" y="27922"/>
                      <a:pt x="9450" y="26756"/>
                    </a:cubicBezTo>
                    <a:lnTo>
                      <a:pt x="18844" y="15940"/>
                    </a:lnTo>
                    <a:cubicBezTo>
                      <a:pt x="22691" y="14658"/>
                      <a:pt x="25645" y="11815"/>
                      <a:pt x="27039" y="9390"/>
                    </a:cubicBezTo>
                    <a:cubicBezTo>
                      <a:pt x="27346" y="8832"/>
                      <a:pt x="27123" y="8108"/>
                      <a:pt x="26593" y="7801"/>
                    </a:cubicBezTo>
                    <a:lnTo>
                      <a:pt x="26537" y="7801"/>
                    </a:lnTo>
                    <a:cubicBezTo>
                      <a:pt x="26352" y="7699"/>
                      <a:pt x="26150" y="7649"/>
                      <a:pt x="25953" y="7649"/>
                    </a:cubicBezTo>
                    <a:cubicBezTo>
                      <a:pt x="25559" y="7649"/>
                      <a:pt x="25181" y="7847"/>
                      <a:pt x="24976" y="8219"/>
                    </a:cubicBezTo>
                    <a:cubicBezTo>
                      <a:pt x="24698" y="8693"/>
                      <a:pt x="24391" y="9223"/>
                      <a:pt x="24112" y="9724"/>
                    </a:cubicBezTo>
                    <a:cubicBezTo>
                      <a:pt x="23750" y="9780"/>
                      <a:pt x="23248" y="9780"/>
                      <a:pt x="22858" y="9864"/>
                    </a:cubicBezTo>
                    <a:cubicBezTo>
                      <a:pt x="23415" y="7494"/>
                      <a:pt x="24447" y="5209"/>
                      <a:pt x="25841" y="3229"/>
                    </a:cubicBezTo>
                    <a:cubicBezTo>
                      <a:pt x="26203" y="2783"/>
                      <a:pt x="26091" y="2142"/>
                      <a:pt x="25645" y="1836"/>
                    </a:cubicBezTo>
                    <a:lnTo>
                      <a:pt x="25618" y="1836"/>
                    </a:lnTo>
                    <a:cubicBezTo>
                      <a:pt x="25450" y="1704"/>
                      <a:pt x="25235" y="1639"/>
                      <a:pt x="25019" y="1639"/>
                    </a:cubicBezTo>
                    <a:cubicBezTo>
                      <a:pt x="24732" y="1639"/>
                      <a:pt x="24442" y="1753"/>
                      <a:pt x="24252" y="1975"/>
                    </a:cubicBezTo>
                    <a:cubicBezTo>
                      <a:pt x="23109" y="3229"/>
                      <a:pt x="22217" y="4846"/>
                      <a:pt x="21715" y="6435"/>
                    </a:cubicBezTo>
                    <a:cubicBezTo>
                      <a:pt x="22133" y="4735"/>
                      <a:pt x="22830" y="3062"/>
                      <a:pt x="23750" y="1557"/>
                    </a:cubicBezTo>
                    <a:cubicBezTo>
                      <a:pt x="24084" y="1083"/>
                      <a:pt x="23889" y="414"/>
                      <a:pt x="23388" y="163"/>
                    </a:cubicBezTo>
                    <a:cubicBezTo>
                      <a:pt x="23304" y="135"/>
                      <a:pt x="23276" y="135"/>
                      <a:pt x="23248" y="107"/>
                    </a:cubicBezTo>
                    <a:cubicBezTo>
                      <a:pt x="23104" y="35"/>
                      <a:pt x="22956" y="1"/>
                      <a:pt x="22814" y="1"/>
                    </a:cubicBezTo>
                    <a:close/>
                  </a:path>
                </a:pathLst>
              </a:custGeom>
              <a:solidFill>
                <a:srgbClr val="EBA4B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3" name="Google Shape;1671;p59"/>
              <p:cNvSpPr/>
              <p:nvPr/>
            </p:nvSpPr>
            <p:spPr>
              <a:xfrm flipH="1">
                <a:off x="7417800" y="3314880"/>
                <a:ext cx="169560" cy="119160"/>
              </a:xfrm>
              <a:custGeom>
                <a:avLst/>
                <a:gdLst>
                  <a:gd name="textAreaLeft" fmla="*/ -360 w 169560"/>
                  <a:gd name="textAreaRight" fmla="*/ 169560 w 169560"/>
                  <a:gd name="textAreaTop" fmla="*/ 0 h 119160"/>
                  <a:gd name="textAreaBottom" fmla="*/ 119520 h 119160"/>
                </a:gdLst>
                <a:ahLst/>
                <a:cxnLst/>
                <a:rect l="textAreaLeft" t="textAreaTop" r="textAreaRight" b="textAreaBottom"/>
                <a:pathLst>
                  <a:path w="4582" h="3222">
                    <a:moveTo>
                      <a:pt x="2969" y="0"/>
                    </a:moveTo>
                    <a:cubicBezTo>
                      <a:pt x="1611" y="0"/>
                      <a:pt x="0" y="620"/>
                      <a:pt x="37" y="3222"/>
                    </a:cubicBezTo>
                    <a:cubicBezTo>
                      <a:pt x="260" y="2525"/>
                      <a:pt x="1152" y="462"/>
                      <a:pt x="4581" y="295"/>
                    </a:cubicBezTo>
                    <a:cubicBezTo>
                      <a:pt x="4265" y="155"/>
                      <a:pt x="3649" y="0"/>
                      <a:pt x="2969" y="0"/>
                    </a:cubicBezTo>
                    <a:close/>
                  </a:path>
                </a:pathLst>
              </a:custGeom>
              <a:solidFill>
                <a:srgbClr val="B76D89"/>
              </a:solidFill>
              <a:ln w="0">
                <a:noFill/>
              </a:ln>
            </p:spPr>
            <p:style>
              <a:lnRef idx="0">
                <a:scrgbClr r="0" g="0" b="0"/>
              </a:lnRef>
              <a:fillRef idx="0">
                <a:scrgbClr r="0" g="0" b="0"/>
              </a:fillRef>
              <a:effectRef idx="0">
                <a:scrgbClr r="0" g="0" b="0"/>
              </a:effectRef>
              <a:fontRef idx="minor"/>
            </p:style>
            <p:txBody>
              <a:bodyPr tIns="59760" bIns="59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4" name="Google Shape;1672;p59"/>
              <p:cNvSpPr/>
              <p:nvPr/>
            </p:nvSpPr>
            <p:spPr>
              <a:xfrm flipH="1">
                <a:off x="7874280" y="3431160"/>
                <a:ext cx="259200" cy="318960"/>
              </a:xfrm>
              <a:custGeom>
                <a:avLst/>
                <a:gdLst>
                  <a:gd name="textAreaLeft" fmla="*/ 360 w 259200"/>
                  <a:gd name="textAreaRight" fmla="*/ 259920 w 259200"/>
                  <a:gd name="textAreaTop" fmla="*/ 0 h 318960"/>
                  <a:gd name="textAreaBottom" fmla="*/ 319320 h 318960"/>
                </a:gdLst>
                <a:ahLst/>
                <a:cxnLst/>
                <a:rect l="textAreaLeft" t="textAreaTop" r="textAreaRight" b="textAreaBottom"/>
                <a:pathLst>
                  <a:path w="6998" h="8615">
                    <a:moveTo>
                      <a:pt x="1338" y="1"/>
                    </a:moveTo>
                    <a:lnTo>
                      <a:pt x="5548" y="3597"/>
                    </a:lnTo>
                    <a:cubicBezTo>
                      <a:pt x="3429" y="4294"/>
                      <a:pt x="1645" y="5743"/>
                      <a:pt x="558" y="7667"/>
                    </a:cubicBezTo>
                    <a:lnTo>
                      <a:pt x="0" y="8614"/>
                    </a:lnTo>
                    <a:lnTo>
                      <a:pt x="6997" y="3485"/>
                    </a:lnTo>
                    <a:lnTo>
                      <a:pt x="1338" y="1"/>
                    </a:lnTo>
                    <a:close/>
                  </a:path>
                </a:pathLst>
              </a:custGeom>
              <a:solidFill>
                <a:srgbClr val="B76D8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5" name="Google Shape;1673;p59"/>
              <p:cNvSpPr/>
              <p:nvPr/>
            </p:nvSpPr>
            <p:spPr>
              <a:xfrm flipH="1">
                <a:off x="6889320" y="2075760"/>
                <a:ext cx="883440" cy="724680"/>
              </a:xfrm>
              <a:custGeom>
                <a:avLst/>
                <a:gdLst>
                  <a:gd name="textAreaLeft" fmla="*/ 360 w 883440"/>
                  <a:gd name="textAreaRight" fmla="*/ 884160 w 883440"/>
                  <a:gd name="textAreaTop" fmla="*/ 0 h 724680"/>
                  <a:gd name="textAreaBottom" fmla="*/ 725040 h 724680"/>
                </a:gdLst>
                <a:ahLst/>
                <a:cxnLst/>
                <a:rect l="textAreaLeft" t="textAreaTop" r="textAreaRight" b="textAreaBottom"/>
                <a:pathLst>
                  <a:path w="23835" h="19556">
                    <a:moveTo>
                      <a:pt x="12061" y="1"/>
                    </a:moveTo>
                    <a:cubicBezTo>
                      <a:pt x="11888" y="1"/>
                      <a:pt x="11714" y="5"/>
                      <a:pt x="11541" y="15"/>
                    </a:cubicBezTo>
                    <a:cubicBezTo>
                      <a:pt x="10259" y="70"/>
                      <a:pt x="9005" y="405"/>
                      <a:pt x="7917" y="1018"/>
                    </a:cubicBezTo>
                    <a:cubicBezTo>
                      <a:pt x="6830" y="1687"/>
                      <a:pt x="5938" y="2691"/>
                      <a:pt x="5548" y="3889"/>
                    </a:cubicBezTo>
                    <a:cubicBezTo>
                      <a:pt x="5244" y="3737"/>
                      <a:pt x="4908" y="3670"/>
                      <a:pt x="4562" y="3670"/>
                    </a:cubicBezTo>
                    <a:cubicBezTo>
                      <a:pt x="3640" y="3670"/>
                      <a:pt x="2641" y="4145"/>
                      <a:pt x="1952" y="4753"/>
                    </a:cubicBezTo>
                    <a:cubicBezTo>
                      <a:pt x="1004" y="5617"/>
                      <a:pt x="530" y="6844"/>
                      <a:pt x="307" y="8098"/>
                    </a:cubicBezTo>
                    <a:cubicBezTo>
                      <a:pt x="1" y="9827"/>
                      <a:pt x="224" y="11638"/>
                      <a:pt x="921" y="13283"/>
                    </a:cubicBezTo>
                    <a:cubicBezTo>
                      <a:pt x="1618" y="14928"/>
                      <a:pt x="2760" y="16322"/>
                      <a:pt x="4210" y="17325"/>
                    </a:cubicBezTo>
                    <a:cubicBezTo>
                      <a:pt x="4391" y="17204"/>
                      <a:pt x="4673" y="17113"/>
                      <a:pt x="4931" y="17113"/>
                    </a:cubicBezTo>
                    <a:cubicBezTo>
                      <a:pt x="5031" y="17113"/>
                      <a:pt x="5128" y="17127"/>
                      <a:pt x="5214" y="17158"/>
                    </a:cubicBezTo>
                    <a:cubicBezTo>
                      <a:pt x="5492" y="17186"/>
                      <a:pt x="5771" y="17325"/>
                      <a:pt x="6022" y="17464"/>
                    </a:cubicBezTo>
                    <a:cubicBezTo>
                      <a:pt x="6830" y="17938"/>
                      <a:pt x="7583" y="18691"/>
                      <a:pt x="8057" y="19555"/>
                    </a:cubicBezTo>
                    <a:cubicBezTo>
                      <a:pt x="8559" y="19025"/>
                      <a:pt x="8921" y="18329"/>
                      <a:pt x="9032" y="17604"/>
                    </a:cubicBezTo>
                    <a:cubicBezTo>
                      <a:pt x="9144" y="16879"/>
                      <a:pt x="9060" y="16071"/>
                      <a:pt x="8670" y="15430"/>
                    </a:cubicBezTo>
                    <a:cubicBezTo>
                      <a:pt x="10343" y="13841"/>
                      <a:pt x="11179" y="11332"/>
                      <a:pt x="10705" y="9074"/>
                    </a:cubicBezTo>
                    <a:lnTo>
                      <a:pt x="10705" y="9074"/>
                    </a:lnTo>
                    <a:cubicBezTo>
                      <a:pt x="12405" y="9492"/>
                      <a:pt x="14161" y="9854"/>
                      <a:pt x="15890" y="9966"/>
                    </a:cubicBezTo>
                    <a:cubicBezTo>
                      <a:pt x="16141" y="9982"/>
                      <a:pt x="16393" y="9990"/>
                      <a:pt x="16646" y="9990"/>
                    </a:cubicBezTo>
                    <a:cubicBezTo>
                      <a:pt x="18164" y="9990"/>
                      <a:pt x="19693" y="9683"/>
                      <a:pt x="20935" y="8823"/>
                    </a:cubicBezTo>
                    <a:cubicBezTo>
                      <a:pt x="22608" y="8321"/>
                      <a:pt x="23834" y="7123"/>
                      <a:pt x="23834" y="7123"/>
                    </a:cubicBezTo>
                    <a:cubicBezTo>
                      <a:pt x="23165" y="7123"/>
                      <a:pt x="22385" y="6760"/>
                      <a:pt x="21911" y="6314"/>
                    </a:cubicBezTo>
                    <a:cubicBezTo>
                      <a:pt x="21465" y="5840"/>
                      <a:pt x="21158" y="5255"/>
                      <a:pt x="20796" y="4725"/>
                    </a:cubicBezTo>
                    <a:cubicBezTo>
                      <a:pt x="18911" y="1832"/>
                      <a:pt x="15510" y="1"/>
                      <a:pt x="12061"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6" name="Google Shape;1674;p59"/>
              <p:cNvSpPr/>
              <p:nvPr/>
            </p:nvSpPr>
            <p:spPr>
              <a:xfrm flipH="1">
                <a:off x="6957720" y="2381040"/>
                <a:ext cx="689040" cy="597960"/>
              </a:xfrm>
              <a:custGeom>
                <a:avLst/>
                <a:gdLst>
                  <a:gd name="textAreaLeft" fmla="*/ 360 w 689040"/>
                  <a:gd name="textAreaRight" fmla="*/ 689760 w 689040"/>
                  <a:gd name="textAreaTop" fmla="*/ 0 h 597960"/>
                  <a:gd name="textAreaBottom" fmla="*/ 598320 h 597960"/>
                </a:gdLst>
                <a:ahLst/>
                <a:cxnLst/>
                <a:rect l="textAreaLeft" t="textAreaTop" r="textAreaRight" b="textAreaBottom"/>
                <a:pathLst>
                  <a:path w="18594" h="16142">
                    <a:moveTo>
                      <a:pt x="6328" y="1"/>
                    </a:moveTo>
                    <a:cubicBezTo>
                      <a:pt x="6886" y="2426"/>
                      <a:pt x="6273" y="5158"/>
                      <a:pt x="4795" y="7137"/>
                    </a:cubicBezTo>
                    <a:cubicBezTo>
                      <a:pt x="5381" y="8196"/>
                      <a:pt x="5269" y="9590"/>
                      <a:pt x="4572" y="10565"/>
                    </a:cubicBezTo>
                    <a:cubicBezTo>
                      <a:pt x="4238" y="9813"/>
                      <a:pt x="3820" y="9060"/>
                      <a:pt x="3151" y="8558"/>
                    </a:cubicBezTo>
                    <a:cubicBezTo>
                      <a:pt x="2759" y="8281"/>
                      <a:pt x="2262" y="8109"/>
                      <a:pt x="1788" y="8109"/>
                    </a:cubicBezTo>
                    <a:cubicBezTo>
                      <a:pt x="1453" y="8109"/>
                      <a:pt x="1130" y="8195"/>
                      <a:pt x="865" y="8391"/>
                    </a:cubicBezTo>
                    <a:cubicBezTo>
                      <a:pt x="224" y="8809"/>
                      <a:pt x="1" y="9673"/>
                      <a:pt x="168" y="10426"/>
                    </a:cubicBezTo>
                    <a:cubicBezTo>
                      <a:pt x="335" y="11430"/>
                      <a:pt x="1060" y="12294"/>
                      <a:pt x="2008" y="12684"/>
                    </a:cubicBezTo>
                    <a:cubicBezTo>
                      <a:pt x="2261" y="12788"/>
                      <a:pt x="2522" y="12835"/>
                      <a:pt x="2784" y="12835"/>
                    </a:cubicBezTo>
                    <a:cubicBezTo>
                      <a:pt x="3504" y="12835"/>
                      <a:pt x="4231" y="12485"/>
                      <a:pt x="4823" y="12015"/>
                    </a:cubicBezTo>
                    <a:cubicBezTo>
                      <a:pt x="6022" y="13325"/>
                      <a:pt x="7360" y="14607"/>
                      <a:pt x="8976" y="15360"/>
                    </a:cubicBezTo>
                    <a:cubicBezTo>
                      <a:pt x="9950" y="15855"/>
                      <a:pt x="11048" y="16141"/>
                      <a:pt x="12138" y="16141"/>
                    </a:cubicBezTo>
                    <a:cubicBezTo>
                      <a:pt x="12827" y="16141"/>
                      <a:pt x="13513" y="16027"/>
                      <a:pt x="14161" y="15778"/>
                    </a:cubicBezTo>
                    <a:cubicBezTo>
                      <a:pt x="15917" y="15109"/>
                      <a:pt x="17200" y="13520"/>
                      <a:pt x="17869" y="11764"/>
                    </a:cubicBezTo>
                    <a:cubicBezTo>
                      <a:pt x="18510" y="10036"/>
                      <a:pt x="18593" y="8112"/>
                      <a:pt x="18482" y="6245"/>
                    </a:cubicBezTo>
                    <a:cubicBezTo>
                      <a:pt x="18370" y="4321"/>
                      <a:pt x="18036" y="2398"/>
                      <a:pt x="17506" y="558"/>
                    </a:cubicBezTo>
                    <a:cubicBezTo>
                      <a:pt x="16126" y="931"/>
                      <a:pt x="14643" y="1101"/>
                      <a:pt x="13139" y="1101"/>
                    </a:cubicBezTo>
                    <a:cubicBezTo>
                      <a:pt x="10816" y="1101"/>
                      <a:pt x="8444" y="695"/>
                      <a:pt x="6328" y="1"/>
                    </a:cubicBezTo>
                    <a:close/>
                  </a:path>
                </a:pathLst>
              </a:custGeom>
              <a:solidFill>
                <a:srgbClr val="EBA4B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7" name="Google Shape;1675;p59"/>
              <p:cNvSpPr/>
              <p:nvPr/>
            </p:nvSpPr>
            <p:spPr>
              <a:xfrm flipH="1">
                <a:off x="7513920" y="2725560"/>
                <a:ext cx="87480" cy="93960"/>
              </a:xfrm>
              <a:custGeom>
                <a:avLst/>
                <a:gdLst>
                  <a:gd name="textAreaLeft" fmla="*/ -360 w 87480"/>
                  <a:gd name="textAreaRight" fmla="*/ 87480 w 87480"/>
                  <a:gd name="textAreaTop" fmla="*/ 0 h 93960"/>
                  <a:gd name="textAreaBottom" fmla="*/ 94320 h 93960"/>
                </a:gdLst>
                <a:ahLst/>
                <a:cxnLst/>
                <a:rect l="textAreaLeft" t="textAreaTop" r="textAreaRight" b="textAreaBottom"/>
                <a:pathLst>
                  <a:path w="2370" h="2541">
                    <a:moveTo>
                      <a:pt x="555" y="0"/>
                    </a:moveTo>
                    <a:cubicBezTo>
                      <a:pt x="337" y="0"/>
                      <a:pt x="133" y="85"/>
                      <a:pt x="0" y="240"/>
                    </a:cubicBezTo>
                    <a:cubicBezTo>
                      <a:pt x="113" y="202"/>
                      <a:pt x="244" y="187"/>
                      <a:pt x="376" y="187"/>
                    </a:cubicBezTo>
                    <a:cubicBezTo>
                      <a:pt x="536" y="187"/>
                      <a:pt x="699" y="209"/>
                      <a:pt x="837" y="240"/>
                    </a:cubicBezTo>
                    <a:cubicBezTo>
                      <a:pt x="1087" y="324"/>
                      <a:pt x="1366" y="491"/>
                      <a:pt x="1506" y="686"/>
                    </a:cubicBezTo>
                    <a:cubicBezTo>
                      <a:pt x="1255" y="686"/>
                      <a:pt x="1087" y="909"/>
                      <a:pt x="1004" y="1104"/>
                    </a:cubicBezTo>
                    <a:cubicBezTo>
                      <a:pt x="948" y="1327"/>
                      <a:pt x="976" y="1578"/>
                      <a:pt x="1060" y="1773"/>
                    </a:cubicBezTo>
                    <a:cubicBezTo>
                      <a:pt x="1143" y="2052"/>
                      <a:pt x="1283" y="2303"/>
                      <a:pt x="1506" y="2442"/>
                    </a:cubicBezTo>
                    <a:cubicBezTo>
                      <a:pt x="1620" y="2506"/>
                      <a:pt x="1747" y="2541"/>
                      <a:pt x="1867" y="2541"/>
                    </a:cubicBezTo>
                    <a:cubicBezTo>
                      <a:pt x="2008" y="2541"/>
                      <a:pt x="2140" y="2492"/>
                      <a:pt x="2230" y="2386"/>
                    </a:cubicBezTo>
                    <a:cubicBezTo>
                      <a:pt x="2370" y="2191"/>
                      <a:pt x="2370" y="1996"/>
                      <a:pt x="2342" y="1773"/>
                    </a:cubicBezTo>
                    <a:cubicBezTo>
                      <a:pt x="2230" y="1188"/>
                      <a:pt x="1924" y="658"/>
                      <a:pt x="1478" y="324"/>
                    </a:cubicBezTo>
                    <a:cubicBezTo>
                      <a:pt x="1255" y="156"/>
                      <a:pt x="1004" y="45"/>
                      <a:pt x="725" y="17"/>
                    </a:cubicBezTo>
                    <a:cubicBezTo>
                      <a:pt x="668" y="6"/>
                      <a:pt x="611" y="0"/>
                      <a:pt x="555" y="0"/>
                    </a:cubicBezTo>
                    <a:close/>
                  </a:path>
                </a:pathLst>
              </a:custGeom>
              <a:solidFill>
                <a:srgbClr val="B76D89"/>
              </a:solidFill>
              <a:ln w="0">
                <a:noFill/>
              </a:ln>
            </p:spPr>
            <p:style>
              <a:lnRef idx="0">
                <a:scrgbClr r="0" g="0" b="0"/>
              </a:lnRef>
              <a:fillRef idx="0">
                <a:scrgbClr r="0" g="0" b="0"/>
              </a:fillRef>
              <a:effectRef idx="0">
                <a:scrgbClr r="0" g="0" b="0"/>
              </a:effectRef>
              <a:fontRef idx="minor"/>
            </p:style>
            <p:txBody>
              <a:bodyPr tIns="47160" bIns="47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8" name="Google Shape;1676;p59"/>
              <p:cNvSpPr/>
              <p:nvPr/>
            </p:nvSpPr>
            <p:spPr>
              <a:xfrm flipH="1">
                <a:off x="7226640" y="2449080"/>
                <a:ext cx="241560" cy="289800"/>
              </a:xfrm>
              <a:custGeom>
                <a:avLst/>
                <a:gdLst>
                  <a:gd name="textAreaLeft" fmla="*/ -360 w 241560"/>
                  <a:gd name="textAreaRight" fmla="*/ 241560 w 241560"/>
                  <a:gd name="textAreaTop" fmla="*/ 0 h 289800"/>
                  <a:gd name="textAreaBottom" fmla="*/ 290160 h 289800"/>
                </a:gdLst>
                <a:ahLst/>
                <a:cxnLst/>
                <a:rect l="textAreaLeft" t="textAreaTop" r="textAreaRight" b="textAreaBottom"/>
                <a:pathLst>
                  <a:path w="6523" h="7829">
                    <a:moveTo>
                      <a:pt x="5436" y="0"/>
                    </a:moveTo>
                    <a:cubicBezTo>
                      <a:pt x="5428" y="2"/>
                      <a:pt x="5419" y="3"/>
                      <a:pt x="5411" y="4"/>
                    </a:cubicBezTo>
                    <a:lnTo>
                      <a:pt x="5411" y="4"/>
                    </a:lnTo>
                    <a:lnTo>
                      <a:pt x="5436" y="0"/>
                    </a:lnTo>
                    <a:close/>
                    <a:moveTo>
                      <a:pt x="5411" y="4"/>
                    </a:moveTo>
                    <a:lnTo>
                      <a:pt x="1868" y="558"/>
                    </a:lnTo>
                    <a:cubicBezTo>
                      <a:pt x="753" y="725"/>
                      <a:pt x="0" y="1784"/>
                      <a:pt x="140" y="2899"/>
                    </a:cubicBezTo>
                    <a:lnTo>
                      <a:pt x="613" y="6077"/>
                    </a:lnTo>
                    <a:cubicBezTo>
                      <a:pt x="790" y="7113"/>
                      <a:pt x="1655" y="7829"/>
                      <a:pt x="2645" y="7829"/>
                    </a:cubicBezTo>
                    <a:cubicBezTo>
                      <a:pt x="2747" y="7829"/>
                      <a:pt x="2851" y="7821"/>
                      <a:pt x="2955" y="7806"/>
                    </a:cubicBezTo>
                    <a:lnTo>
                      <a:pt x="6523" y="7248"/>
                    </a:lnTo>
                    <a:lnTo>
                      <a:pt x="6523" y="7248"/>
                    </a:lnTo>
                    <a:cubicBezTo>
                      <a:pt x="6434" y="7259"/>
                      <a:pt x="6345" y="7265"/>
                      <a:pt x="6257" y="7265"/>
                    </a:cubicBezTo>
                    <a:cubicBezTo>
                      <a:pt x="5244" y="7265"/>
                      <a:pt x="4335" y="6546"/>
                      <a:pt x="4181" y="5520"/>
                    </a:cubicBezTo>
                    <a:lnTo>
                      <a:pt x="3680" y="2342"/>
                    </a:lnTo>
                    <a:cubicBezTo>
                      <a:pt x="3541" y="1235"/>
                      <a:pt x="4309" y="183"/>
                      <a:pt x="5411" y="4"/>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9" name="Google Shape;1677;p59"/>
              <p:cNvSpPr/>
              <p:nvPr/>
            </p:nvSpPr>
            <p:spPr>
              <a:xfrm flipH="1">
                <a:off x="6842880" y="2399400"/>
                <a:ext cx="494640" cy="318960"/>
              </a:xfrm>
              <a:custGeom>
                <a:avLst/>
                <a:gdLst>
                  <a:gd name="textAreaLeft" fmla="*/ 360 w 494640"/>
                  <a:gd name="textAreaRight" fmla="*/ 495360 w 494640"/>
                  <a:gd name="textAreaTop" fmla="*/ 0 h 318960"/>
                  <a:gd name="textAreaBottom" fmla="*/ 319320 h 318960"/>
                </a:gdLst>
                <a:ahLst/>
                <a:cxnLst/>
                <a:rect l="textAreaLeft" t="textAreaTop" r="textAreaRight" b="textAreaBottom"/>
                <a:pathLst>
                  <a:path w="13353" h="8612">
                    <a:moveTo>
                      <a:pt x="10685" y="0"/>
                    </a:moveTo>
                    <a:cubicBezTo>
                      <a:pt x="10572" y="0"/>
                      <a:pt x="10457" y="10"/>
                      <a:pt x="10342" y="30"/>
                    </a:cubicBezTo>
                    <a:lnTo>
                      <a:pt x="6802" y="588"/>
                    </a:lnTo>
                    <a:lnTo>
                      <a:pt x="1896" y="1340"/>
                    </a:lnTo>
                    <a:cubicBezTo>
                      <a:pt x="781" y="1508"/>
                      <a:pt x="0" y="2595"/>
                      <a:pt x="140" y="3682"/>
                    </a:cubicBezTo>
                    <a:lnTo>
                      <a:pt x="641" y="6860"/>
                    </a:lnTo>
                    <a:cubicBezTo>
                      <a:pt x="793" y="7896"/>
                      <a:pt x="1678" y="8611"/>
                      <a:pt x="2673" y="8611"/>
                    </a:cubicBezTo>
                    <a:cubicBezTo>
                      <a:pt x="2775" y="8611"/>
                      <a:pt x="2879" y="8604"/>
                      <a:pt x="2983" y="8588"/>
                    </a:cubicBezTo>
                    <a:lnTo>
                      <a:pt x="7889" y="7835"/>
                    </a:lnTo>
                    <a:lnTo>
                      <a:pt x="11429" y="7278"/>
                    </a:lnTo>
                    <a:cubicBezTo>
                      <a:pt x="12572" y="7083"/>
                      <a:pt x="13353" y="6051"/>
                      <a:pt x="13185" y="4936"/>
                    </a:cubicBezTo>
                    <a:lnTo>
                      <a:pt x="12684" y="1759"/>
                    </a:lnTo>
                    <a:cubicBezTo>
                      <a:pt x="12534" y="734"/>
                      <a:pt x="11667" y="0"/>
                      <a:pt x="10685"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0" name="Google Shape;1678;p59"/>
              <p:cNvSpPr/>
              <p:nvPr/>
            </p:nvSpPr>
            <p:spPr>
              <a:xfrm flipH="1">
                <a:off x="6914160" y="2438640"/>
                <a:ext cx="72000" cy="67680"/>
              </a:xfrm>
              <a:custGeom>
                <a:avLst/>
                <a:gdLst>
                  <a:gd name="textAreaLeft" fmla="*/ 360 w 72000"/>
                  <a:gd name="textAreaRight" fmla="*/ 72720 w 72000"/>
                  <a:gd name="textAreaTop" fmla="*/ 0 h 67680"/>
                  <a:gd name="textAreaBottom" fmla="*/ 68040 h 67680"/>
                </a:gdLst>
                <a:ahLst/>
                <a:cxnLst/>
                <a:rect l="textAreaLeft" t="textAreaTop" r="textAreaRight" b="textAreaBottom"/>
                <a:pathLst>
                  <a:path w="1953" h="1831">
                    <a:moveTo>
                      <a:pt x="952" y="1"/>
                    </a:moveTo>
                    <a:cubicBezTo>
                      <a:pt x="914" y="1"/>
                      <a:pt x="876" y="3"/>
                      <a:pt x="837" y="7"/>
                    </a:cubicBezTo>
                    <a:cubicBezTo>
                      <a:pt x="363" y="90"/>
                      <a:pt x="1" y="536"/>
                      <a:pt x="85" y="1066"/>
                    </a:cubicBezTo>
                    <a:cubicBezTo>
                      <a:pt x="185" y="1494"/>
                      <a:pt x="558" y="1831"/>
                      <a:pt x="979" y="1831"/>
                    </a:cubicBezTo>
                    <a:cubicBezTo>
                      <a:pt x="1024" y="1831"/>
                      <a:pt x="1070" y="1827"/>
                      <a:pt x="1116" y="1819"/>
                    </a:cubicBezTo>
                    <a:cubicBezTo>
                      <a:pt x="1618" y="1763"/>
                      <a:pt x="1952" y="1289"/>
                      <a:pt x="1896" y="787"/>
                    </a:cubicBezTo>
                    <a:cubicBezTo>
                      <a:pt x="1819" y="322"/>
                      <a:pt x="1430" y="1"/>
                      <a:pt x="952"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1" name="Google Shape;1679;p59"/>
              <p:cNvSpPr/>
              <p:nvPr/>
            </p:nvSpPr>
            <p:spPr>
              <a:xfrm flipH="1">
                <a:off x="6892920" y="2530440"/>
                <a:ext cx="78120" cy="110160"/>
              </a:xfrm>
              <a:custGeom>
                <a:avLst/>
                <a:gdLst>
                  <a:gd name="textAreaLeft" fmla="*/ -360 w 78120"/>
                  <a:gd name="textAreaRight" fmla="*/ 78120 w 78120"/>
                  <a:gd name="textAreaTop" fmla="*/ 0 h 110160"/>
                  <a:gd name="textAreaBottom" fmla="*/ 110520 h 110160"/>
                </a:gdLst>
                <a:ahLst/>
                <a:cxnLst/>
                <a:rect l="textAreaLeft" t="textAreaTop" r="textAreaRight" b="textAreaBottom"/>
                <a:pathLst>
                  <a:path w="2119" h="2980">
                    <a:moveTo>
                      <a:pt x="988" y="1"/>
                    </a:moveTo>
                    <a:cubicBezTo>
                      <a:pt x="939" y="1"/>
                      <a:pt x="888" y="4"/>
                      <a:pt x="836" y="13"/>
                    </a:cubicBezTo>
                    <a:cubicBezTo>
                      <a:pt x="363" y="68"/>
                      <a:pt x="0" y="542"/>
                      <a:pt x="84" y="1044"/>
                    </a:cubicBezTo>
                    <a:lnTo>
                      <a:pt x="251" y="2215"/>
                    </a:lnTo>
                    <a:cubicBezTo>
                      <a:pt x="301" y="2643"/>
                      <a:pt x="715" y="2979"/>
                      <a:pt x="1144" y="2979"/>
                    </a:cubicBezTo>
                    <a:cubicBezTo>
                      <a:pt x="1190" y="2979"/>
                      <a:pt x="1236" y="2976"/>
                      <a:pt x="1282" y="2967"/>
                    </a:cubicBezTo>
                    <a:cubicBezTo>
                      <a:pt x="1784" y="2912"/>
                      <a:pt x="2119" y="2438"/>
                      <a:pt x="2063" y="1936"/>
                    </a:cubicBezTo>
                    <a:lnTo>
                      <a:pt x="1896" y="765"/>
                    </a:lnTo>
                    <a:cubicBezTo>
                      <a:pt x="1820" y="337"/>
                      <a:pt x="1449" y="1"/>
                      <a:pt x="988"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55080" bIns="55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2" name="Google Shape;1680;p59"/>
              <p:cNvSpPr/>
              <p:nvPr/>
            </p:nvSpPr>
            <p:spPr>
              <a:xfrm flipH="1">
                <a:off x="7408440" y="2571120"/>
                <a:ext cx="318960" cy="114480"/>
              </a:xfrm>
              <a:custGeom>
                <a:avLst/>
                <a:gdLst>
                  <a:gd name="textAreaLeft" fmla="*/ 360 w 318960"/>
                  <a:gd name="textAreaRight" fmla="*/ 319680 w 318960"/>
                  <a:gd name="textAreaTop" fmla="*/ 0 h 114480"/>
                  <a:gd name="textAreaBottom" fmla="*/ 114840 h 114480"/>
                </a:gdLst>
                <a:ahLst/>
                <a:cxnLst/>
                <a:rect l="textAreaLeft" t="textAreaTop" r="textAreaRight" b="textAreaBottom"/>
                <a:pathLst>
                  <a:path w="8614" h="3095">
                    <a:moveTo>
                      <a:pt x="8335" y="1"/>
                    </a:moveTo>
                    <a:lnTo>
                      <a:pt x="0" y="1199"/>
                    </a:lnTo>
                    <a:lnTo>
                      <a:pt x="1506" y="3095"/>
                    </a:lnTo>
                    <a:lnTo>
                      <a:pt x="8614" y="1952"/>
                    </a:lnTo>
                    <a:lnTo>
                      <a:pt x="8335"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57240" bIns="57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3" name="Google Shape;1681;p59"/>
              <p:cNvSpPr/>
              <p:nvPr/>
            </p:nvSpPr>
            <p:spPr>
              <a:xfrm flipH="1">
                <a:off x="7061400" y="2748960"/>
                <a:ext cx="234360" cy="118800"/>
              </a:xfrm>
              <a:custGeom>
                <a:avLst/>
                <a:gdLst>
                  <a:gd name="textAreaLeft" fmla="*/ -360 w 234360"/>
                  <a:gd name="textAreaRight" fmla="*/ 234360 w 234360"/>
                  <a:gd name="textAreaTop" fmla="*/ 0 h 118800"/>
                  <a:gd name="textAreaBottom" fmla="*/ 119160 h 118800"/>
                </a:gdLst>
                <a:ahLst/>
                <a:cxnLst/>
                <a:rect l="textAreaLeft" t="textAreaTop" r="textAreaRight" b="textAreaBottom"/>
                <a:pathLst>
                  <a:path w="6329" h="3213">
                    <a:moveTo>
                      <a:pt x="6244" y="0"/>
                    </a:moveTo>
                    <a:lnTo>
                      <a:pt x="6244" y="0"/>
                    </a:lnTo>
                    <a:cubicBezTo>
                      <a:pt x="4237" y="669"/>
                      <a:pt x="2147" y="1227"/>
                      <a:pt x="0" y="1617"/>
                    </a:cubicBezTo>
                    <a:cubicBezTo>
                      <a:pt x="781" y="2314"/>
                      <a:pt x="2007" y="3067"/>
                      <a:pt x="3011" y="3206"/>
                    </a:cubicBezTo>
                    <a:cubicBezTo>
                      <a:pt x="3078" y="3210"/>
                      <a:pt x="3145" y="3212"/>
                      <a:pt x="3212" y="3212"/>
                    </a:cubicBezTo>
                    <a:cubicBezTo>
                      <a:pt x="4015" y="3212"/>
                      <a:pt x="4840" y="2908"/>
                      <a:pt x="5380" y="2342"/>
                    </a:cubicBezTo>
                    <a:cubicBezTo>
                      <a:pt x="5966" y="1701"/>
                      <a:pt x="6328" y="864"/>
                      <a:pt x="6244"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59400" bIns="59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4" name="Google Shape;1682;p59"/>
              <p:cNvSpPr/>
              <p:nvPr/>
            </p:nvSpPr>
            <p:spPr>
              <a:xfrm flipH="1">
                <a:off x="7798320" y="3823920"/>
                <a:ext cx="657000" cy="427680"/>
              </a:xfrm>
              <a:custGeom>
                <a:avLst/>
                <a:gdLst>
                  <a:gd name="textAreaLeft" fmla="*/ -360 w 657000"/>
                  <a:gd name="textAreaRight" fmla="*/ 657000 w 657000"/>
                  <a:gd name="textAreaTop" fmla="*/ 0 h 427680"/>
                  <a:gd name="textAreaBottom" fmla="*/ 428040 h 427680"/>
                </a:gdLst>
                <a:ahLst/>
                <a:cxnLst/>
                <a:rect l="textAreaLeft" t="textAreaTop" r="textAreaRight" b="textAreaBottom"/>
                <a:pathLst>
                  <a:path w="17729" h="11541">
                    <a:moveTo>
                      <a:pt x="1645" y="1"/>
                    </a:moveTo>
                    <a:cubicBezTo>
                      <a:pt x="725" y="1"/>
                      <a:pt x="28" y="725"/>
                      <a:pt x="28" y="1617"/>
                    </a:cubicBezTo>
                    <a:lnTo>
                      <a:pt x="28" y="9924"/>
                    </a:lnTo>
                    <a:cubicBezTo>
                      <a:pt x="0" y="10844"/>
                      <a:pt x="725" y="11541"/>
                      <a:pt x="1645" y="11541"/>
                    </a:cubicBezTo>
                    <a:lnTo>
                      <a:pt x="16140" y="11541"/>
                    </a:lnTo>
                    <a:cubicBezTo>
                      <a:pt x="17032" y="11541"/>
                      <a:pt x="17729" y="10816"/>
                      <a:pt x="17729" y="9924"/>
                    </a:cubicBezTo>
                    <a:lnTo>
                      <a:pt x="17729" y="1617"/>
                    </a:lnTo>
                    <a:cubicBezTo>
                      <a:pt x="17729" y="697"/>
                      <a:pt x="17004" y="1"/>
                      <a:pt x="16140" y="1"/>
                    </a:cubicBezTo>
                    <a:close/>
                  </a:path>
                </a:pathLst>
              </a:custGeom>
              <a:solidFill>
                <a:srgbClr val="ABF2FB"/>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5" name="Google Shape;1683;p59"/>
              <p:cNvSpPr/>
              <p:nvPr/>
            </p:nvSpPr>
            <p:spPr>
              <a:xfrm flipH="1">
                <a:off x="7792200" y="3817440"/>
                <a:ext cx="669240" cy="439920"/>
              </a:xfrm>
              <a:custGeom>
                <a:avLst/>
                <a:gdLst>
                  <a:gd name="textAreaLeft" fmla="*/ -360 w 669240"/>
                  <a:gd name="textAreaRight" fmla="*/ 669240 w 669240"/>
                  <a:gd name="textAreaTop" fmla="*/ 0 h 439920"/>
                  <a:gd name="textAreaBottom" fmla="*/ 440280 h 439920"/>
                </a:gdLst>
                <a:ahLst/>
                <a:cxnLst/>
                <a:rect l="textAreaLeft" t="textAreaTop" r="textAreaRight" b="textAreaBottom"/>
                <a:pathLst>
                  <a:path w="18065" h="11876">
                    <a:moveTo>
                      <a:pt x="16308" y="307"/>
                    </a:moveTo>
                    <a:cubicBezTo>
                      <a:pt x="17089" y="307"/>
                      <a:pt x="17758" y="976"/>
                      <a:pt x="17758" y="1784"/>
                    </a:cubicBezTo>
                    <a:lnTo>
                      <a:pt x="17758" y="10091"/>
                    </a:lnTo>
                    <a:cubicBezTo>
                      <a:pt x="17758" y="10900"/>
                      <a:pt x="17089" y="11569"/>
                      <a:pt x="16308" y="11569"/>
                    </a:cubicBezTo>
                    <a:lnTo>
                      <a:pt x="1813" y="11569"/>
                    </a:lnTo>
                    <a:cubicBezTo>
                      <a:pt x="1004" y="11569"/>
                      <a:pt x="335" y="10900"/>
                      <a:pt x="335" y="10091"/>
                    </a:cubicBezTo>
                    <a:lnTo>
                      <a:pt x="335" y="1784"/>
                    </a:lnTo>
                    <a:cubicBezTo>
                      <a:pt x="335" y="976"/>
                      <a:pt x="1004" y="307"/>
                      <a:pt x="1813" y="307"/>
                    </a:cubicBezTo>
                    <a:close/>
                    <a:moveTo>
                      <a:pt x="1757" y="0"/>
                    </a:moveTo>
                    <a:cubicBezTo>
                      <a:pt x="781" y="0"/>
                      <a:pt x="1" y="781"/>
                      <a:pt x="1" y="1784"/>
                    </a:cubicBezTo>
                    <a:lnTo>
                      <a:pt x="1" y="10091"/>
                    </a:lnTo>
                    <a:cubicBezTo>
                      <a:pt x="1" y="11067"/>
                      <a:pt x="781" y="11875"/>
                      <a:pt x="1813" y="11875"/>
                    </a:cubicBezTo>
                    <a:lnTo>
                      <a:pt x="16308" y="11875"/>
                    </a:lnTo>
                    <a:cubicBezTo>
                      <a:pt x="17256" y="11875"/>
                      <a:pt x="18064" y="11067"/>
                      <a:pt x="18064" y="10091"/>
                    </a:cubicBezTo>
                    <a:lnTo>
                      <a:pt x="18064" y="1784"/>
                    </a:lnTo>
                    <a:cubicBezTo>
                      <a:pt x="18064" y="809"/>
                      <a:pt x="17284" y="0"/>
                      <a:pt x="16308"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6" name="Google Shape;1684;p59"/>
              <p:cNvSpPr/>
              <p:nvPr/>
            </p:nvSpPr>
            <p:spPr>
              <a:xfrm flipH="1">
                <a:off x="7869600" y="3875400"/>
                <a:ext cx="170280" cy="47160"/>
              </a:xfrm>
              <a:custGeom>
                <a:avLst/>
                <a:gdLst>
                  <a:gd name="textAreaLeft" fmla="*/ -360 w 170280"/>
                  <a:gd name="textAreaRight" fmla="*/ 170280 w 170280"/>
                  <a:gd name="textAreaTop" fmla="*/ 0 h 47160"/>
                  <a:gd name="textAreaBottom" fmla="*/ 47520 h 47160"/>
                </a:gdLst>
                <a:ahLst/>
                <a:cxnLst/>
                <a:rect l="textAreaLeft" t="textAreaTop" r="textAreaRight" b="textAreaBottom"/>
                <a:pathLst>
                  <a:path w="4600" h="1283">
                    <a:moveTo>
                      <a:pt x="0" y="0"/>
                    </a:moveTo>
                    <a:lnTo>
                      <a:pt x="0" y="1283"/>
                    </a:lnTo>
                    <a:lnTo>
                      <a:pt x="4600" y="1283"/>
                    </a:lnTo>
                    <a:lnTo>
                      <a:pt x="4600"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7" name="Google Shape;1685;p59"/>
              <p:cNvSpPr/>
              <p:nvPr/>
            </p:nvSpPr>
            <p:spPr>
              <a:xfrm flipH="1">
                <a:off x="8040960" y="3875400"/>
                <a:ext cx="343800" cy="47160"/>
              </a:xfrm>
              <a:custGeom>
                <a:avLst/>
                <a:gdLst>
                  <a:gd name="textAreaLeft" fmla="*/ -360 w 343800"/>
                  <a:gd name="textAreaRight" fmla="*/ 343800 w 343800"/>
                  <a:gd name="textAreaTop" fmla="*/ 0 h 47160"/>
                  <a:gd name="textAreaBottom" fmla="*/ 47520 h 47160"/>
                </a:gdLst>
                <a:ahLst/>
                <a:cxnLst/>
                <a:rect l="textAreaLeft" t="textAreaTop" r="textAreaRight" b="textAreaBottom"/>
                <a:pathLst>
                  <a:path w="9284" h="1283">
                    <a:moveTo>
                      <a:pt x="1" y="0"/>
                    </a:moveTo>
                    <a:lnTo>
                      <a:pt x="1" y="1283"/>
                    </a:lnTo>
                    <a:lnTo>
                      <a:pt x="9283" y="1283"/>
                    </a:lnTo>
                    <a:lnTo>
                      <a:pt x="9283"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8" name="Google Shape;1686;p59"/>
              <p:cNvSpPr/>
              <p:nvPr/>
            </p:nvSpPr>
            <p:spPr>
              <a:xfrm flipH="1">
                <a:off x="7870320" y="3967560"/>
                <a:ext cx="356400" cy="47160"/>
              </a:xfrm>
              <a:custGeom>
                <a:avLst/>
                <a:gdLst>
                  <a:gd name="textAreaLeft" fmla="*/ 360 w 356400"/>
                  <a:gd name="textAreaRight" fmla="*/ 357120 w 356400"/>
                  <a:gd name="textAreaTop" fmla="*/ 0 h 47160"/>
                  <a:gd name="textAreaBottom" fmla="*/ 47520 h 47160"/>
                </a:gdLst>
                <a:ahLst/>
                <a:cxnLst/>
                <a:rect l="textAreaLeft" t="textAreaTop" r="textAreaRight" b="textAreaBottom"/>
                <a:pathLst>
                  <a:path w="9618" h="1283">
                    <a:moveTo>
                      <a:pt x="1" y="0"/>
                    </a:moveTo>
                    <a:lnTo>
                      <a:pt x="1" y="1282"/>
                    </a:lnTo>
                    <a:lnTo>
                      <a:pt x="9618" y="1282"/>
                    </a:lnTo>
                    <a:lnTo>
                      <a:pt x="9618"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9" name="Google Shape;1687;p59"/>
              <p:cNvSpPr/>
              <p:nvPr/>
            </p:nvSpPr>
            <p:spPr>
              <a:xfrm flipH="1">
                <a:off x="8227800" y="3967560"/>
                <a:ext cx="157680" cy="47160"/>
              </a:xfrm>
              <a:custGeom>
                <a:avLst/>
                <a:gdLst>
                  <a:gd name="textAreaLeft" fmla="*/ 360 w 157680"/>
                  <a:gd name="textAreaRight" fmla="*/ 158400 w 157680"/>
                  <a:gd name="textAreaTop" fmla="*/ 0 h 47160"/>
                  <a:gd name="textAreaBottom" fmla="*/ 47520 h 47160"/>
                </a:gdLst>
                <a:ahLst/>
                <a:cxnLst/>
                <a:rect l="textAreaLeft" t="textAreaTop" r="textAreaRight" b="textAreaBottom"/>
                <a:pathLst>
                  <a:path w="4266" h="1283">
                    <a:moveTo>
                      <a:pt x="1" y="0"/>
                    </a:moveTo>
                    <a:lnTo>
                      <a:pt x="1" y="1282"/>
                    </a:lnTo>
                    <a:lnTo>
                      <a:pt x="4266" y="1282"/>
                    </a:lnTo>
                    <a:lnTo>
                      <a:pt x="4266" y="0"/>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0" name="Google Shape;1688;p59"/>
              <p:cNvSpPr/>
              <p:nvPr/>
            </p:nvSpPr>
            <p:spPr>
              <a:xfrm flipH="1">
                <a:off x="7870320" y="4060440"/>
                <a:ext cx="257040" cy="47160"/>
              </a:xfrm>
              <a:custGeom>
                <a:avLst/>
                <a:gdLst>
                  <a:gd name="textAreaLeft" fmla="*/ 360 w 257040"/>
                  <a:gd name="textAreaRight" fmla="*/ 257760 w 257040"/>
                  <a:gd name="textAreaTop" fmla="*/ 0 h 47160"/>
                  <a:gd name="textAreaBottom" fmla="*/ 47520 h 47160"/>
                </a:gdLst>
                <a:ahLst/>
                <a:cxnLst/>
                <a:rect l="textAreaLeft" t="textAreaTop" r="textAreaRight" b="textAreaBottom"/>
                <a:pathLst>
                  <a:path w="6942" h="1284">
                    <a:moveTo>
                      <a:pt x="1" y="1"/>
                    </a:moveTo>
                    <a:lnTo>
                      <a:pt x="1" y="1283"/>
                    </a:lnTo>
                    <a:lnTo>
                      <a:pt x="6942" y="1283"/>
                    </a:lnTo>
                    <a:lnTo>
                      <a:pt x="6942"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1" name="Google Shape;1689;p59"/>
              <p:cNvSpPr/>
              <p:nvPr/>
            </p:nvSpPr>
            <p:spPr>
              <a:xfrm flipH="1">
                <a:off x="8128800" y="4060440"/>
                <a:ext cx="257040" cy="47160"/>
              </a:xfrm>
              <a:custGeom>
                <a:avLst/>
                <a:gdLst>
                  <a:gd name="textAreaLeft" fmla="*/ 360 w 257040"/>
                  <a:gd name="textAreaRight" fmla="*/ 257760 w 257040"/>
                  <a:gd name="textAreaTop" fmla="*/ 0 h 47160"/>
                  <a:gd name="textAreaBottom" fmla="*/ 47520 h 47160"/>
                </a:gdLst>
                <a:ahLst/>
                <a:cxnLst/>
                <a:rect l="textAreaLeft" t="textAreaTop" r="textAreaRight" b="textAreaBottom"/>
                <a:pathLst>
                  <a:path w="6942" h="1284">
                    <a:moveTo>
                      <a:pt x="1" y="1"/>
                    </a:moveTo>
                    <a:lnTo>
                      <a:pt x="1" y="1283"/>
                    </a:lnTo>
                    <a:lnTo>
                      <a:pt x="6942" y="1283"/>
                    </a:lnTo>
                    <a:lnTo>
                      <a:pt x="6942"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2" name="Google Shape;1690;p59"/>
              <p:cNvSpPr/>
              <p:nvPr/>
            </p:nvSpPr>
            <p:spPr>
              <a:xfrm flipH="1">
                <a:off x="7869600" y="4152240"/>
                <a:ext cx="419400" cy="47160"/>
              </a:xfrm>
              <a:custGeom>
                <a:avLst/>
                <a:gdLst>
                  <a:gd name="textAreaLeft" fmla="*/ -360 w 419400"/>
                  <a:gd name="textAreaRight" fmla="*/ 419400 w 419400"/>
                  <a:gd name="textAreaTop" fmla="*/ 0 h 47160"/>
                  <a:gd name="textAreaBottom" fmla="*/ 47520 h 47160"/>
                </a:gdLst>
                <a:ahLst/>
                <a:cxnLst/>
                <a:rect l="textAreaLeft" t="textAreaTop" r="textAreaRight" b="textAreaBottom"/>
                <a:pathLst>
                  <a:path w="11318" h="1284">
                    <a:moveTo>
                      <a:pt x="0" y="1"/>
                    </a:moveTo>
                    <a:lnTo>
                      <a:pt x="0" y="1283"/>
                    </a:lnTo>
                    <a:lnTo>
                      <a:pt x="11318" y="1283"/>
                    </a:lnTo>
                    <a:lnTo>
                      <a:pt x="11318"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3" name="Google Shape;1691;p59"/>
              <p:cNvSpPr/>
              <p:nvPr/>
            </p:nvSpPr>
            <p:spPr>
              <a:xfrm flipH="1">
                <a:off x="8290080" y="4152240"/>
                <a:ext cx="94680" cy="47160"/>
              </a:xfrm>
              <a:custGeom>
                <a:avLst/>
                <a:gdLst>
                  <a:gd name="textAreaLeft" fmla="*/ -360 w 94680"/>
                  <a:gd name="textAreaRight" fmla="*/ 94680 w 94680"/>
                  <a:gd name="textAreaTop" fmla="*/ 0 h 47160"/>
                  <a:gd name="textAreaBottom" fmla="*/ 47520 h 47160"/>
                </a:gdLst>
                <a:ahLst/>
                <a:cxnLst/>
                <a:rect l="textAreaLeft" t="textAreaTop" r="textAreaRight" b="textAreaBottom"/>
                <a:pathLst>
                  <a:path w="2566" h="1284">
                    <a:moveTo>
                      <a:pt x="1" y="1"/>
                    </a:moveTo>
                    <a:lnTo>
                      <a:pt x="1" y="1283"/>
                    </a:lnTo>
                    <a:lnTo>
                      <a:pt x="2565" y="1283"/>
                    </a:lnTo>
                    <a:lnTo>
                      <a:pt x="2565" y="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4" name="Google Shape;1692;p59"/>
              <p:cNvSpPr/>
              <p:nvPr/>
            </p:nvSpPr>
            <p:spPr>
              <a:xfrm flipH="1">
                <a:off x="8563680" y="3927960"/>
                <a:ext cx="218880" cy="219960"/>
              </a:xfrm>
              <a:custGeom>
                <a:avLst/>
                <a:gdLst>
                  <a:gd name="textAreaLeft" fmla="*/ 360 w 218880"/>
                  <a:gd name="textAreaRight" fmla="*/ 219600 w 218880"/>
                  <a:gd name="textAreaTop" fmla="*/ 0 h 219960"/>
                  <a:gd name="textAreaBottom" fmla="*/ 220320 h 219960"/>
                </a:gdLst>
                <a:ahLst/>
                <a:cxnLst/>
                <a:rect l="textAreaLeft" t="textAreaTop" r="textAreaRight" b="textAreaBottom"/>
                <a:pathLst>
                  <a:path w="5911" h="5939">
                    <a:moveTo>
                      <a:pt x="2955" y="335"/>
                    </a:moveTo>
                    <a:cubicBezTo>
                      <a:pt x="4405" y="335"/>
                      <a:pt x="5604" y="1506"/>
                      <a:pt x="5604" y="2984"/>
                    </a:cubicBezTo>
                    <a:cubicBezTo>
                      <a:pt x="5604" y="4433"/>
                      <a:pt x="4405" y="5632"/>
                      <a:pt x="2955" y="5632"/>
                    </a:cubicBezTo>
                    <a:cubicBezTo>
                      <a:pt x="1478" y="5632"/>
                      <a:pt x="307" y="4433"/>
                      <a:pt x="307" y="2984"/>
                    </a:cubicBezTo>
                    <a:cubicBezTo>
                      <a:pt x="307" y="1506"/>
                      <a:pt x="1478" y="335"/>
                      <a:pt x="2955" y="335"/>
                    </a:cubicBezTo>
                    <a:close/>
                    <a:moveTo>
                      <a:pt x="2955" y="1"/>
                    </a:moveTo>
                    <a:cubicBezTo>
                      <a:pt x="1311" y="1"/>
                      <a:pt x="1" y="1339"/>
                      <a:pt x="1" y="2984"/>
                    </a:cubicBezTo>
                    <a:cubicBezTo>
                      <a:pt x="1" y="4600"/>
                      <a:pt x="1311" y="5938"/>
                      <a:pt x="2955" y="5938"/>
                    </a:cubicBezTo>
                    <a:cubicBezTo>
                      <a:pt x="4600" y="5938"/>
                      <a:pt x="5910" y="4600"/>
                      <a:pt x="5910" y="2984"/>
                    </a:cubicBezTo>
                    <a:cubicBezTo>
                      <a:pt x="5910" y="1339"/>
                      <a:pt x="4600" y="1"/>
                      <a:pt x="2955"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5" name="Google Shape;1693;p59"/>
              <p:cNvSpPr/>
              <p:nvPr/>
            </p:nvSpPr>
            <p:spPr>
              <a:xfrm flipH="1">
                <a:off x="8632440" y="3976920"/>
                <a:ext cx="108360" cy="124560"/>
              </a:xfrm>
              <a:custGeom>
                <a:avLst/>
                <a:gdLst>
                  <a:gd name="textAreaLeft" fmla="*/ -360 w 108360"/>
                  <a:gd name="textAreaRight" fmla="*/ 108360 w 108360"/>
                  <a:gd name="textAreaTop" fmla="*/ 0 h 124560"/>
                  <a:gd name="textAreaBottom" fmla="*/ 124920 h 124560"/>
                </a:gdLst>
                <a:ahLst/>
                <a:cxnLst/>
                <a:rect l="textAreaLeft" t="textAreaTop" r="textAreaRight" b="textAreaBottom"/>
                <a:pathLst>
                  <a:path w="2928" h="3373">
                    <a:moveTo>
                      <a:pt x="2593" y="502"/>
                    </a:moveTo>
                    <a:lnTo>
                      <a:pt x="2593" y="2788"/>
                    </a:lnTo>
                    <a:lnTo>
                      <a:pt x="642" y="1673"/>
                    </a:lnTo>
                    <a:lnTo>
                      <a:pt x="2593" y="502"/>
                    </a:lnTo>
                    <a:close/>
                    <a:moveTo>
                      <a:pt x="2928" y="0"/>
                    </a:moveTo>
                    <a:lnTo>
                      <a:pt x="1" y="1673"/>
                    </a:lnTo>
                    <a:lnTo>
                      <a:pt x="2928" y="3373"/>
                    </a:lnTo>
                    <a:lnTo>
                      <a:pt x="2928"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2280" bIns="62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6" name="Google Shape;1694;p59"/>
              <p:cNvSpPr/>
              <p:nvPr/>
            </p:nvSpPr>
            <p:spPr>
              <a:xfrm flipH="1">
                <a:off x="7956000" y="2701440"/>
                <a:ext cx="403920" cy="243720"/>
              </a:xfrm>
              <a:custGeom>
                <a:avLst/>
                <a:gdLst>
                  <a:gd name="textAreaLeft" fmla="*/ 360 w 403920"/>
                  <a:gd name="textAreaRight" fmla="*/ 404640 w 403920"/>
                  <a:gd name="textAreaTop" fmla="*/ 0 h 243720"/>
                  <a:gd name="textAreaBottom" fmla="*/ 244080 h 243720"/>
                </a:gdLst>
                <a:ahLst/>
                <a:cxnLst/>
                <a:rect l="textAreaLeft" t="textAreaTop" r="textAreaRight" b="textAreaBottom"/>
                <a:pathLst>
                  <a:path w="10900" h="6579">
                    <a:moveTo>
                      <a:pt x="1199" y="0"/>
                    </a:moveTo>
                    <a:cubicBezTo>
                      <a:pt x="530" y="0"/>
                      <a:pt x="1" y="502"/>
                      <a:pt x="1" y="1171"/>
                    </a:cubicBezTo>
                    <a:lnTo>
                      <a:pt x="1" y="5380"/>
                    </a:lnTo>
                    <a:cubicBezTo>
                      <a:pt x="29" y="6049"/>
                      <a:pt x="530" y="6579"/>
                      <a:pt x="1199" y="6579"/>
                    </a:cubicBezTo>
                    <a:lnTo>
                      <a:pt x="9701" y="6579"/>
                    </a:lnTo>
                    <a:cubicBezTo>
                      <a:pt x="10370" y="6579"/>
                      <a:pt x="10900" y="6049"/>
                      <a:pt x="10900" y="5380"/>
                    </a:cubicBezTo>
                    <a:lnTo>
                      <a:pt x="10900" y="1171"/>
                    </a:lnTo>
                    <a:cubicBezTo>
                      <a:pt x="10900" y="502"/>
                      <a:pt x="10370" y="0"/>
                      <a:pt x="970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7" name="Google Shape;1695;p59"/>
              <p:cNvSpPr/>
              <p:nvPr/>
            </p:nvSpPr>
            <p:spPr>
              <a:xfrm flipH="1">
                <a:off x="7950240" y="2696400"/>
                <a:ext cx="412200" cy="253800"/>
              </a:xfrm>
              <a:custGeom>
                <a:avLst/>
                <a:gdLst>
                  <a:gd name="textAreaLeft" fmla="*/ -360 w 412200"/>
                  <a:gd name="textAreaRight" fmla="*/ 412200 w 412200"/>
                  <a:gd name="textAreaTop" fmla="*/ 0 h 253800"/>
                  <a:gd name="textAreaBottom" fmla="*/ 254160 h 253800"/>
                </a:gdLst>
                <a:ahLst/>
                <a:cxnLst/>
                <a:rect l="textAreaLeft" t="textAreaTop" r="textAreaRight" b="textAreaBottom"/>
                <a:pathLst>
                  <a:path w="11123" h="6858">
                    <a:moveTo>
                      <a:pt x="9784" y="279"/>
                    </a:moveTo>
                    <a:cubicBezTo>
                      <a:pt x="10370" y="279"/>
                      <a:pt x="10871" y="753"/>
                      <a:pt x="10871" y="1367"/>
                    </a:cubicBezTo>
                    <a:lnTo>
                      <a:pt x="10871" y="5576"/>
                    </a:lnTo>
                    <a:cubicBezTo>
                      <a:pt x="10871" y="6161"/>
                      <a:pt x="10370" y="6663"/>
                      <a:pt x="9784" y="6663"/>
                    </a:cubicBezTo>
                    <a:lnTo>
                      <a:pt x="1282" y="6663"/>
                    </a:lnTo>
                    <a:cubicBezTo>
                      <a:pt x="697" y="6663"/>
                      <a:pt x="195" y="6161"/>
                      <a:pt x="195" y="5576"/>
                    </a:cubicBezTo>
                    <a:lnTo>
                      <a:pt x="195" y="1367"/>
                    </a:lnTo>
                    <a:cubicBezTo>
                      <a:pt x="195" y="753"/>
                      <a:pt x="697" y="279"/>
                      <a:pt x="1282" y="279"/>
                    </a:cubicBezTo>
                    <a:close/>
                    <a:moveTo>
                      <a:pt x="1310" y="1"/>
                    </a:moveTo>
                    <a:cubicBezTo>
                      <a:pt x="585" y="1"/>
                      <a:pt x="0" y="586"/>
                      <a:pt x="0" y="1311"/>
                    </a:cubicBezTo>
                    <a:lnTo>
                      <a:pt x="0" y="5548"/>
                    </a:lnTo>
                    <a:cubicBezTo>
                      <a:pt x="0" y="6273"/>
                      <a:pt x="558" y="6858"/>
                      <a:pt x="1282" y="6858"/>
                    </a:cubicBezTo>
                    <a:lnTo>
                      <a:pt x="9784" y="6858"/>
                    </a:lnTo>
                    <a:cubicBezTo>
                      <a:pt x="10509" y="6858"/>
                      <a:pt x="11122" y="6273"/>
                      <a:pt x="11122" y="5548"/>
                    </a:cubicBezTo>
                    <a:lnTo>
                      <a:pt x="11122" y="1311"/>
                    </a:lnTo>
                    <a:cubicBezTo>
                      <a:pt x="11122" y="586"/>
                      <a:pt x="10509" y="1"/>
                      <a:pt x="9784"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8" name="Google Shape;1696;p59"/>
              <p:cNvSpPr/>
              <p:nvPr/>
            </p:nvSpPr>
            <p:spPr>
              <a:xfrm flipH="1">
                <a:off x="8429400" y="2701440"/>
                <a:ext cx="403920" cy="243720"/>
              </a:xfrm>
              <a:custGeom>
                <a:avLst/>
                <a:gdLst>
                  <a:gd name="textAreaLeft" fmla="*/ 360 w 403920"/>
                  <a:gd name="textAreaRight" fmla="*/ 404640 w 403920"/>
                  <a:gd name="textAreaTop" fmla="*/ 0 h 243720"/>
                  <a:gd name="textAreaBottom" fmla="*/ 244080 h 243720"/>
                </a:gdLst>
                <a:ahLst/>
                <a:cxnLst/>
                <a:rect l="textAreaLeft" t="textAreaTop" r="textAreaRight" b="textAreaBottom"/>
                <a:pathLst>
                  <a:path w="10900" h="6579">
                    <a:moveTo>
                      <a:pt x="1227" y="0"/>
                    </a:moveTo>
                    <a:cubicBezTo>
                      <a:pt x="558" y="0"/>
                      <a:pt x="29" y="502"/>
                      <a:pt x="29" y="1171"/>
                    </a:cubicBezTo>
                    <a:lnTo>
                      <a:pt x="29" y="5380"/>
                    </a:lnTo>
                    <a:cubicBezTo>
                      <a:pt x="1" y="6049"/>
                      <a:pt x="558" y="6579"/>
                      <a:pt x="1227" y="6579"/>
                    </a:cubicBezTo>
                    <a:lnTo>
                      <a:pt x="9729" y="6579"/>
                    </a:lnTo>
                    <a:cubicBezTo>
                      <a:pt x="10370" y="6579"/>
                      <a:pt x="10900" y="6049"/>
                      <a:pt x="10900" y="5380"/>
                    </a:cubicBezTo>
                    <a:lnTo>
                      <a:pt x="10900" y="1171"/>
                    </a:lnTo>
                    <a:cubicBezTo>
                      <a:pt x="10900" y="502"/>
                      <a:pt x="10370" y="0"/>
                      <a:pt x="9729"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9" name="Google Shape;1697;p59"/>
              <p:cNvSpPr/>
              <p:nvPr/>
            </p:nvSpPr>
            <p:spPr>
              <a:xfrm flipH="1">
                <a:off x="8423640" y="2696400"/>
                <a:ext cx="412920" cy="253800"/>
              </a:xfrm>
              <a:custGeom>
                <a:avLst/>
                <a:gdLst>
                  <a:gd name="textAreaLeft" fmla="*/ -360 w 412920"/>
                  <a:gd name="textAreaRight" fmla="*/ 412920 w 412920"/>
                  <a:gd name="textAreaTop" fmla="*/ 0 h 253800"/>
                  <a:gd name="textAreaBottom" fmla="*/ 254160 h 253800"/>
                </a:gdLst>
                <a:ahLst/>
                <a:cxnLst/>
                <a:rect l="textAreaLeft" t="textAreaTop" r="textAreaRight" b="textAreaBottom"/>
                <a:pathLst>
                  <a:path w="11151" h="6858">
                    <a:moveTo>
                      <a:pt x="9840" y="279"/>
                    </a:moveTo>
                    <a:cubicBezTo>
                      <a:pt x="10426" y="279"/>
                      <a:pt x="10899" y="753"/>
                      <a:pt x="10899" y="1367"/>
                    </a:cubicBezTo>
                    <a:lnTo>
                      <a:pt x="10899" y="5576"/>
                    </a:lnTo>
                    <a:cubicBezTo>
                      <a:pt x="10899" y="6161"/>
                      <a:pt x="10426" y="6663"/>
                      <a:pt x="9840" y="6663"/>
                    </a:cubicBezTo>
                    <a:lnTo>
                      <a:pt x="1338" y="6663"/>
                    </a:lnTo>
                    <a:cubicBezTo>
                      <a:pt x="725" y="6663"/>
                      <a:pt x="251" y="6161"/>
                      <a:pt x="251" y="5576"/>
                    </a:cubicBezTo>
                    <a:lnTo>
                      <a:pt x="251" y="1367"/>
                    </a:lnTo>
                    <a:cubicBezTo>
                      <a:pt x="251" y="753"/>
                      <a:pt x="725" y="279"/>
                      <a:pt x="1338" y="279"/>
                    </a:cubicBezTo>
                    <a:close/>
                    <a:moveTo>
                      <a:pt x="1338" y="1"/>
                    </a:moveTo>
                    <a:cubicBezTo>
                      <a:pt x="586" y="1"/>
                      <a:pt x="0" y="586"/>
                      <a:pt x="0" y="1311"/>
                    </a:cubicBezTo>
                    <a:lnTo>
                      <a:pt x="0" y="5548"/>
                    </a:lnTo>
                    <a:cubicBezTo>
                      <a:pt x="0" y="6273"/>
                      <a:pt x="586" y="6858"/>
                      <a:pt x="1338" y="6858"/>
                    </a:cubicBezTo>
                    <a:lnTo>
                      <a:pt x="9840" y="6858"/>
                    </a:lnTo>
                    <a:cubicBezTo>
                      <a:pt x="10565" y="6858"/>
                      <a:pt x="11150" y="6273"/>
                      <a:pt x="11150" y="5548"/>
                    </a:cubicBezTo>
                    <a:lnTo>
                      <a:pt x="11150" y="1311"/>
                    </a:lnTo>
                    <a:cubicBezTo>
                      <a:pt x="11150" y="586"/>
                      <a:pt x="10565" y="1"/>
                      <a:pt x="98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0" name="Google Shape;1698;p59"/>
              <p:cNvSpPr/>
              <p:nvPr/>
            </p:nvSpPr>
            <p:spPr>
              <a:xfrm flipH="1">
                <a:off x="7956000" y="2387160"/>
                <a:ext cx="403920" cy="243720"/>
              </a:xfrm>
              <a:custGeom>
                <a:avLst/>
                <a:gdLst>
                  <a:gd name="textAreaLeft" fmla="*/ 360 w 403920"/>
                  <a:gd name="textAreaRight" fmla="*/ 404640 w 403920"/>
                  <a:gd name="textAreaTop" fmla="*/ 0 h 243720"/>
                  <a:gd name="textAreaBottom" fmla="*/ 244080 h 243720"/>
                </a:gdLst>
                <a:ahLst/>
                <a:cxnLst/>
                <a:rect l="textAreaLeft" t="textAreaTop" r="textAreaRight" b="textAreaBottom"/>
                <a:pathLst>
                  <a:path w="10900" h="6580">
                    <a:moveTo>
                      <a:pt x="1199" y="1"/>
                    </a:moveTo>
                    <a:cubicBezTo>
                      <a:pt x="530" y="1"/>
                      <a:pt x="1" y="531"/>
                      <a:pt x="1" y="1200"/>
                    </a:cubicBezTo>
                    <a:lnTo>
                      <a:pt x="1" y="5409"/>
                    </a:lnTo>
                    <a:cubicBezTo>
                      <a:pt x="29" y="6078"/>
                      <a:pt x="530" y="6580"/>
                      <a:pt x="1199" y="6580"/>
                    </a:cubicBezTo>
                    <a:lnTo>
                      <a:pt x="9701" y="6580"/>
                    </a:lnTo>
                    <a:cubicBezTo>
                      <a:pt x="10370" y="6580"/>
                      <a:pt x="10900" y="6078"/>
                      <a:pt x="10900" y="5409"/>
                    </a:cubicBezTo>
                    <a:lnTo>
                      <a:pt x="10900" y="1200"/>
                    </a:lnTo>
                    <a:cubicBezTo>
                      <a:pt x="10900" y="531"/>
                      <a:pt x="10370" y="1"/>
                      <a:pt x="9701"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1" name="Google Shape;1699;p59"/>
              <p:cNvSpPr/>
              <p:nvPr/>
            </p:nvSpPr>
            <p:spPr>
              <a:xfrm flipH="1">
                <a:off x="7950240" y="2382120"/>
                <a:ext cx="412200" cy="253800"/>
              </a:xfrm>
              <a:custGeom>
                <a:avLst/>
                <a:gdLst>
                  <a:gd name="textAreaLeft" fmla="*/ -360 w 412200"/>
                  <a:gd name="textAreaRight" fmla="*/ 412200 w 412200"/>
                  <a:gd name="textAreaTop" fmla="*/ 0 h 253800"/>
                  <a:gd name="textAreaBottom" fmla="*/ 254160 h 253800"/>
                </a:gdLst>
                <a:ahLst/>
                <a:cxnLst/>
                <a:rect l="textAreaLeft" t="textAreaTop" r="textAreaRight" b="textAreaBottom"/>
                <a:pathLst>
                  <a:path w="11123" h="6858">
                    <a:moveTo>
                      <a:pt x="9784" y="251"/>
                    </a:moveTo>
                    <a:cubicBezTo>
                      <a:pt x="10370" y="251"/>
                      <a:pt x="10871" y="725"/>
                      <a:pt x="10871" y="1339"/>
                    </a:cubicBezTo>
                    <a:lnTo>
                      <a:pt x="10871" y="5548"/>
                    </a:lnTo>
                    <a:cubicBezTo>
                      <a:pt x="10871" y="6133"/>
                      <a:pt x="10370" y="6607"/>
                      <a:pt x="9784" y="6607"/>
                    </a:cubicBezTo>
                    <a:lnTo>
                      <a:pt x="1282" y="6607"/>
                    </a:lnTo>
                    <a:cubicBezTo>
                      <a:pt x="697" y="6607"/>
                      <a:pt x="195" y="6133"/>
                      <a:pt x="195" y="5548"/>
                    </a:cubicBezTo>
                    <a:lnTo>
                      <a:pt x="195" y="1339"/>
                    </a:lnTo>
                    <a:cubicBezTo>
                      <a:pt x="195" y="725"/>
                      <a:pt x="697" y="251"/>
                      <a:pt x="1282" y="251"/>
                    </a:cubicBezTo>
                    <a:close/>
                    <a:moveTo>
                      <a:pt x="1310" y="1"/>
                    </a:moveTo>
                    <a:cubicBezTo>
                      <a:pt x="585" y="1"/>
                      <a:pt x="0" y="586"/>
                      <a:pt x="0" y="1339"/>
                    </a:cubicBezTo>
                    <a:lnTo>
                      <a:pt x="0" y="5548"/>
                    </a:lnTo>
                    <a:cubicBezTo>
                      <a:pt x="0" y="6273"/>
                      <a:pt x="558" y="6830"/>
                      <a:pt x="1282" y="6858"/>
                    </a:cubicBezTo>
                    <a:lnTo>
                      <a:pt x="9784" y="6858"/>
                    </a:lnTo>
                    <a:cubicBezTo>
                      <a:pt x="10509" y="6858"/>
                      <a:pt x="11122" y="6273"/>
                      <a:pt x="11122" y="5548"/>
                    </a:cubicBezTo>
                    <a:lnTo>
                      <a:pt x="11122" y="1339"/>
                    </a:lnTo>
                    <a:cubicBezTo>
                      <a:pt x="11122" y="586"/>
                      <a:pt x="10509" y="1"/>
                      <a:pt x="9784"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2" name="Google Shape;1700;p59"/>
              <p:cNvSpPr/>
              <p:nvPr/>
            </p:nvSpPr>
            <p:spPr>
              <a:xfrm flipH="1">
                <a:off x="8429400" y="2387160"/>
                <a:ext cx="403920" cy="243720"/>
              </a:xfrm>
              <a:custGeom>
                <a:avLst/>
                <a:gdLst>
                  <a:gd name="textAreaLeft" fmla="*/ 360 w 403920"/>
                  <a:gd name="textAreaRight" fmla="*/ 404640 w 403920"/>
                  <a:gd name="textAreaTop" fmla="*/ 0 h 243720"/>
                  <a:gd name="textAreaBottom" fmla="*/ 244080 h 243720"/>
                </a:gdLst>
                <a:ahLst/>
                <a:cxnLst/>
                <a:rect l="textAreaLeft" t="textAreaTop" r="textAreaRight" b="textAreaBottom"/>
                <a:pathLst>
                  <a:path w="10900" h="6580">
                    <a:moveTo>
                      <a:pt x="1227" y="1"/>
                    </a:moveTo>
                    <a:cubicBezTo>
                      <a:pt x="558" y="1"/>
                      <a:pt x="29" y="531"/>
                      <a:pt x="29" y="1200"/>
                    </a:cubicBezTo>
                    <a:lnTo>
                      <a:pt x="29" y="5409"/>
                    </a:lnTo>
                    <a:cubicBezTo>
                      <a:pt x="1" y="6078"/>
                      <a:pt x="558" y="6580"/>
                      <a:pt x="1227" y="6580"/>
                    </a:cubicBezTo>
                    <a:lnTo>
                      <a:pt x="9729" y="6580"/>
                    </a:lnTo>
                    <a:cubicBezTo>
                      <a:pt x="10370" y="6580"/>
                      <a:pt x="10900" y="6078"/>
                      <a:pt x="10900" y="5409"/>
                    </a:cubicBezTo>
                    <a:lnTo>
                      <a:pt x="10900" y="1200"/>
                    </a:lnTo>
                    <a:cubicBezTo>
                      <a:pt x="10900" y="531"/>
                      <a:pt x="10370" y="1"/>
                      <a:pt x="9729"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3" name="Google Shape;1701;p59"/>
              <p:cNvSpPr/>
              <p:nvPr/>
            </p:nvSpPr>
            <p:spPr>
              <a:xfrm flipH="1">
                <a:off x="8423640" y="2382120"/>
                <a:ext cx="412920" cy="253800"/>
              </a:xfrm>
              <a:custGeom>
                <a:avLst/>
                <a:gdLst>
                  <a:gd name="textAreaLeft" fmla="*/ -360 w 412920"/>
                  <a:gd name="textAreaRight" fmla="*/ 412920 w 412920"/>
                  <a:gd name="textAreaTop" fmla="*/ 0 h 253800"/>
                  <a:gd name="textAreaBottom" fmla="*/ 254160 h 253800"/>
                </a:gdLst>
                <a:ahLst/>
                <a:cxnLst/>
                <a:rect l="textAreaLeft" t="textAreaTop" r="textAreaRight" b="textAreaBottom"/>
                <a:pathLst>
                  <a:path w="11151" h="6858">
                    <a:moveTo>
                      <a:pt x="9840" y="251"/>
                    </a:moveTo>
                    <a:cubicBezTo>
                      <a:pt x="10426" y="251"/>
                      <a:pt x="10899" y="725"/>
                      <a:pt x="10899" y="1339"/>
                    </a:cubicBezTo>
                    <a:lnTo>
                      <a:pt x="10899" y="5548"/>
                    </a:lnTo>
                    <a:cubicBezTo>
                      <a:pt x="10899" y="6133"/>
                      <a:pt x="10426" y="6607"/>
                      <a:pt x="9840" y="6607"/>
                    </a:cubicBezTo>
                    <a:lnTo>
                      <a:pt x="1338" y="6607"/>
                    </a:lnTo>
                    <a:cubicBezTo>
                      <a:pt x="725" y="6607"/>
                      <a:pt x="251" y="6133"/>
                      <a:pt x="251" y="5548"/>
                    </a:cubicBezTo>
                    <a:lnTo>
                      <a:pt x="251" y="1339"/>
                    </a:lnTo>
                    <a:cubicBezTo>
                      <a:pt x="251" y="725"/>
                      <a:pt x="725" y="251"/>
                      <a:pt x="1338" y="251"/>
                    </a:cubicBezTo>
                    <a:close/>
                    <a:moveTo>
                      <a:pt x="1338" y="1"/>
                    </a:moveTo>
                    <a:cubicBezTo>
                      <a:pt x="586" y="1"/>
                      <a:pt x="0" y="586"/>
                      <a:pt x="0" y="1339"/>
                    </a:cubicBezTo>
                    <a:lnTo>
                      <a:pt x="0" y="5548"/>
                    </a:lnTo>
                    <a:cubicBezTo>
                      <a:pt x="0" y="6273"/>
                      <a:pt x="586" y="6830"/>
                      <a:pt x="1338" y="6858"/>
                    </a:cubicBezTo>
                    <a:lnTo>
                      <a:pt x="9840" y="6858"/>
                    </a:lnTo>
                    <a:cubicBezTo>
                      <a:pt x="10565" y="6858"/>
                      <a:pt x="11150" y="6273"/>
                      <a:pt x="11150" y="5548"/>
                    </a:cubicBezTo>
                    <a:lnTo>
                      <a:pt x="11150" y="1339"/>
                    </a:lnTo>
                    <a:cubicBezTo>
                      <a:pt x="11150" y="586"/>
                      <a:pt x="10565" y="1"/>
                      <a:pt x="98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4" name="Google Shape;1702;p59"/>
              <p:cNvSpPr/>
              <p:nvPr/>
            </p:nvSpPr>
            <p:spPr>
              <a:xfrm flipH="1">
                <a:off x="7956000" y="3004200"/>
                <a:ext cx="403920" cy="244440"/>
              </a:xfrm>
              <a:custGeom>
                <a:avLst/>
                <a:gdLst>
                  <a:gd name="textAreaLeft" fmla="*/ 360 w 403920"/>
                  <a:gd name="textAreaRight" fmla="*/ 404640 w 403920"/>
                  <a:gd name="textAreaTop" fmla="*/ 0 h 244440"/>
                  <a:gd name="textAreaBottom" fmla="*/ 244800 h 244440"/>
                </a:gdLst>
                <a:ahLst/>
                <a:cxnLst/>
                <a:rect l="textAreaLeft" t="textAreaTop" r="textAreaRight" b="textAreaBottom"/>
                <a:pathLst>
                  <a:path w="10900" h="6607">
                    <a:moveTo>
                      <a:pt x="1199" y="0"/>
                    </a:moveTo>
                    <a:cubicBezTo>
                      <a:pt x="530" y="0"/>
                      <a:pt x="1" y="530"/>
                      <a:pt x="1" y="1199"/>
                    </a:cubicBezTo>
                    <a:lnTo>
                      <a:pt x="1" y="5408"/>
                    </a:lnTo>
                    <a:cubicBezTo>
                      <a:pt x="29" y="6077"/>
                      <a:pt x="530" y="6607"/>
                      <a:pt x="1199" y="6607"/>
                    </a:cubicBezTo>
                    <a:lnTo>
                      <a:pt x="9701" y="6607"/>
                    </a:lnTo>
                    <a:cubicBezTo>
                      <a:pt x="10370" y="6607"/>
                      <a:pt x="10900" y="6077"/>
                      <a:pt x="10900" y="5408"/>
                    </a:cubicBezTo>
                    <a:lnTo>
                      <a:pt x="10900" y="1199"/>
                    </a:lnTo>
                    <a:cubicBezTo>
                      <a:pt x="10900" y="530"/>
                      <a:pt x="10370" y="0"/>
                      <a:pt x="970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5" name="Google Shape;1703;p59"/>
              <p:cNvSpPr/>
              <p:nvPr/>
            </p:nvSpPr>
            <p:spPr>
              <a:xfrm flipH="1">
                <a:off x="7950240" y="3000240"/>
                <a:ext cx="412200" cy="253800"/>
              </a:xfrm>
              <a:custGeom>
                <a:avLst/>
                <a:gdLst>
                  <a:gd name="textAreaLeft" fmla="*/ -360 w 412200"/>
                  <a:gd name="textAreaRight" fmla="*/ 412200 w 412200"/>
                  <a:gd name="textAreaTop" fmla="*/ 0 h 253800"/>
                  <a:gd name="textAreaBottom" fmla="*/ 254160 h 253800"/>
                </a:gdLst>
                <a:ahLst/>
                <a:cxnLst/>
                <a:rect l="textAreaLeft" t="textAreaTop" r="textAreaRight" b="textAreaBottom"/>
                <a:pathLst>
                  <a:path w="11123" h="6859">
                    <a:moveTo>
                      <a:pt x="9784" y="224"/>
                    </a:moveTo>
                    <a:cubicBezTo>
                      <a:pt x="10370" y="224"/>
                      <a:pt x="10871" y="726"/>
                      <a:pt x="10871" y="1311"/>
                    </a:cubicBezTo>
                    <a:lnTo>
                      <a:pt x="10871" y="5520"/>
                    </a:lnTo>
                    <a:cubicBezTo>
                      <a:pt x="10871" y="6106"/>
                      <a:pt x="10370" y="6607"/>
                      <a:pt x="9784" y="6607"/>
                    </a:cubicBezTo>
                    <a:lnTo>
                      <a:pt x="1282" y="6607"/>
                    </a:lnTo>
                    <a:cubicBezTo>
                      <a:pt x="697" y="6607"/>
                      <a:pt x="195" y="6106"/>
                      <a:pt x="195" y="5520"/>
                    </a:cubicBezTo>
                    <a:lnTo>
                      <a:pt x="195" y="1311"/>
                    </a:lnTo>
                    <a:cubicBezTo>
                      <a:pt x="195" y="726"/>
                      <a:pt x="697" y="224"/>
                      <a:pt x="1282" y="224"/>
                    </a:cubicBezTo>
                    <a:close/>
                    <a:moveTo>
                      <a:pt x="1310" y="1"/>
                    </a:moveTo>
                    <a:cubicBezTo>
                      <a:pt x="585" y="1"/>
                      <a:pt x="0" y="586"/>
                      <a:pt x="0" y="1311"/>
                    </a:cubicBezTo>
                    <a:lnTo>
                      <a:pt x="0" y="5520"/>
                    </a:lnTo>
                    <a:cubicBezTo>
                      <a:pt x="0" y="6273"/>
                      <a:pt x="558" y="6830"/>
                      <a:pt x="1282" y="6858"/>
                    </a:cubicBezTo>
                    <a:lnTo>
                      <a:pt x="9784" y="6858"/>
                    </a:lnTo>
                    <a:cubicBezTo>
                      <a:pt x="10509" y="6858"/>
                      <a:pt x="11122" y="6273"/>
                      <a:pt x="11122" y="5520"/>
                    </a:cubicBezTo>
                    <a:lnTo>
                      <a:pt x="11122" y="1311"/>
                    </a:lnTo>
                    <a:cubicBezTo>
                      <a:pt x="11122" y="586"/>
                      <a:pt x="10509" y="1"/>
                      <a:pt x="9784"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6" name="Google Shape;1704;p59"/>
              <p:cNvSpPr/>
              <p:nvPr/>
            </p:nvSpPr>
            <p:spPr>
              <a:xfrm flipH="1">
                <a:off x="8429400" y="3004200"/>
                <a:ext cx="403920" cy="244440"/>
              </a:xfrm>
              <a:custGeom>
                <a:avLst/>
                <a:gdLst>
                  <a:gd name="textAreaLeft" fmla="*/ 360 w 403920"/>
                  <a:gd name="textAreaRight" fmla="*/ 404640 w 403920"/>
                  <a:gd name="textAreaTop" fmla="*/ 0 h 244440"/>
                  <a:gd name="textAreaBottom" fmla="*/ 244800 h 244440"/>
                </a:gdLst>
                <a:ahLst/>
                <a:cxnLst/>
                <a:rect l="textAreaLeft" t="textAreaTop" r="textAreaRight" b="textAreaBottom"/>
                <a:pathLst>
                  <a:path w="10900" h="6607">
                    <a:moveTo>
                      <a:pt x="1227" y="0"/>
                    </a:moveTo>
                    <a:cubicBezTo>
                      <a:pt x="558" y="0"/>
                      <a:pt x="29" y="530"/>
                      <a:pt x="29" y="1199"/>
                    </a:cubicBezTo>
                    <a:lnTo>
                      <a:pt x="29" y="5408"/>
                    </a:lnTo>
                    <a:cubicBezTo>
                      <a:pt x="1" y="6077"/>
                      <a:pt x="558" y="6607"/>
                      <a:pt x="1227" y="6607"/>
                    </a:cubicBezTo>
                    <a:lnTo>
                      <a:pt x="9729" y="6607"/>
                    </a:lnTo>
                    <a:cubicBezTo>
                      <a:pt x="10370" y="6607"/>
                      <a:pt x="10900" y="6077"/>
                      <a:pt x="10900" y="5408"/>
                    </a:cubicBezTo>
                    <a:lnTo>
                      <a:pt x="10900" y="1199"/>
                    </a:lnTo>
                    <a:cubicBezTo>
                      <a:pt x="10900" y="530"/>
                      <a:pt x="10370" y="0"/>
                      <a:pt x="9729"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7" name="Google Shape;1705;p59"/>
              <p:cNvSpPr/>
              <p:nvPr/>
            </p:nvSpPr>
            <p:spPr>
              <a:xfrm flipH="1">
                <a:off x="8423640" y="3000240"/>
                <a:ext cx="412920" cy="253800"/>
              </a:xfrm>
              <a:custGeom>
                <a:avLst/>
                <a:gdLst>
                  <a:gd name="textAreaLeft" fmla="*/ -360 w 412920"/>
                  <a:gd name="textAreaRight" fmla="*/ 412920 w 412920"/>
                  <a:gd name="textAreaTop" fmla="*/ 0 h 253800"/>
                  <a:gd name="textAreaBottom" fmla="*/ 254160 h 253800"/>
                </a:gdLst>
                <a:ahLst/>
                <a:cxnLst/>
                <a:rect l="textAreaLeft" t="textAreaTop" r="textAreaRight" b="textAreaBottom"/>
                <a:pathLst>
                  <a:path w="11151" h="6859">
                    <a:moveTo>
                      <a:pt x="9840" y="224"/>
                    </a:moveTo>
                    <a:cubicBezTo>
                      <a:pt x="10426" y="224"/>
                      <a:pt x="10899" y="726"/>
                      <a:pt x="10899" y="1311"/>
                    </a:cubicBezTo>
                    <a:lnTo>
                      <a:pt x="10899" y="5520"/>
                    </a:lnTo>
                    <a:cubicBezTo>
                      <a:pt x="10899" y="6106"/>
                      <a:pt x="10426" y="6607"/>
                      <a:pt x="9840" y="6607"/>
                    </a:cubicBezTo>
                    <a:lnTo>
                      <a:pt x="1338" y="6607"/>
                    </a:lnTo>
                    <a:cubicBezTo>
                      <a:pt x="725" y="6607"/>
                      <a:pt x="251" y="6106"/>
                      <a:pt x="251" y="5520"/>
                    </a:cubicBezTo>
                    <a:lnTo>
                      <a:pt x="251" y="1311"/>
                    </a:lnTo>
                    <a:cubicBezTo>
                      <a:pt x="251" y="726"/>
                      <a:pt x="725" y="224"/>
                      <a:pt x="1338" y="224"/>
                    </a:cubicBezTo>
                    <a:close/>
                    <a:moveTo>
                      <a:pt x="1338" y="1"/>
                    </a:moveTo>
                    <a:cubicBezTo>
                      <a:pt x="586" y="1"/>
                      <a:pt x="0" y="586"/>
                      <a:pt x="0" y="1311"/>
                    </a:cubicBezTo>
                    <a:lnTo>
                      <a:pt x="0" y="5520"/>
                    </a:lnTo>
                    <a:cubicBezTo>
                      <a:pt x="0" y="6273"/>
                      <a:pt x="586" y="6830"/>
                      <a:pt x="1338" y="6858"/>
                    </a:cubicBezTo>
                    <a:lnTo>
                      <a:pt x="9840" y="6858"/>
                    </a:lnTo>
                    <a:cubicBezTo>
                      <a:pt x="10565" y="6858"/>
                      <a:pt x="11150" y="6273"/>
                      <a:pt x="11150" y="5520"/>
                    </a:cubicBezTo>
                    <a:lnTo>
                      <a:pt x="11150" y="1311"/>
                    </a:lnTo>
                    <a:cubicBezTo>
                      <a:pt x="11150" y="586"/>
                      <a:pt x="10565" y="1"/>
                      <a:pt x="98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8" name="Google Shape;1706;p59"/>
              <p:cNvSpPr/>
              <p:nvPr/>
            </p:nvSpPr>
            <p:spPr>
              <a:xfrm flipH="1">
                <a:off x="8519760" y="3441240"/>
                <a:ext cx="386280" cy="29520"/>
              </a:xfrm>
              <a:custGeom>
                <a:avLst/>
                <a:gdLst>
                  <a:gd name="textAreaLeft" fmla="*/ -360 w 386280"/>
                  <a:gd name="textAreaRight" fmla="*/ 386280 w 386280"/>
                  <a:gd name="textAreaTop" fmla="*/ 0 h 29520"/>
                  <a:gd name="textAreaBottom" fmla="*/ 29880 h 29520"/>
                </a:gdLst>
                <a:ahLst/>
                <a:cxnLst/>
                <a:rect l="textAreaLeft" t="textAreaTop" r="textAreaRight" b="textAreaBottom"/>
                <a:pathLst>
                  <a:path w="10426" h="810">
                    <a:moveTo>
                      <a:pt x="1" y="1"/>
                    </a:moveTo>
                    <a:lnTo>
                      <a:pt x="1" y="809"/>
                    </a:lnTo>
                    <a:lnTo>
                      <a:pt x="10426" y="809"/>
                    </a:lnTo>
                    <a:lnTo>
                      <a:pt x="10426"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4760" bIns="14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9" name="Google Shape;1707;p59"/>
              <p:cNvSpPr/>
              <p:nvPr/>
            </p:nvSpPr>
            <p:spPr>
              <a:xfrm flipH="1">
                <a:off x="8519760" y="3520080"/>
                <a:ext cx="277560" cy="29520"/>
              </a:xfrm>
              <a:custGeom>
                <a:avLst/>
                <a:gdLst>
                  <a:gd name="textAreaLeft" fmla="*/ -360 w 277560"/>
                  <a:gd name="textAreaRight" fmla="*/ 277560 w 277560"/>
                  <a:gd name="textAreaTop" fmla="*/ 0 h 29520"/>
                  <a:gd name="textAreaBottom" fmla="*/ 29880 h 29520"/>
                </a:gdLst>
                <a:ahLst/>
                <a:cxnLst/>
                <a:rect l="textAreaLeft" t="textAreaTop" r="textAreaRight" b="textAreaBottom"/>
                <a:pathLst>
                  <a:path w="7499" h="809">
                    <a:moveTo>
                      <a:pt x="0" y="0"/>
                    </a:moveTo>
                    <a:lnTo>
                      <a:pt x="0" y="809"/>
                    </a:lnTo>
                    <a:lnTo>
                      <a:pt x="7499" y="809"/>
                    </a:lnTo>
                    <a:lnTo>
                      <a:pt x="7499"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4760" bIns="14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0" name="Google Shape;1708;p59"/>
              <p:cNvSpPr/>
              <p:nvPr/>
            </p:nvSpPr>
            <p:spPr>
              <a:xfrm flipH="1">
                <a:off x="8841960" y="3520080"/>
                <a:ext cx="63720" cy="29520"/>
              </a:xfrm>
              <a:custGeom>
                <a:avLst/>
                <a:gdLst>
                  <a:gd name="textAreaLeft" fmla="*/ -360 w 63720"/>
                  <a:gd name="textAreaRight" fmla="*/ 63720 w 63720"/>
                  <a:gd name="textAreaTop" fmla="*/ 0 h 29520"/>
                  <a:gd name="textAreaBottom" fmla="*/ 29880 h 29520"/>
                </a:gdLst>
                <a:ahLst/>
                <a:cxnLst/>
                <a:rect l="textAreaLeft" t="textAreaTop" r="textAreaRight" b="textAreaBottom"/>
                <a:pathLst>
                  <a:path w="1729" h="809">
                    <a:moveTo>
                      <a:pt x="1" y="0"/>
                    </a:moveTo>
                    <a:lnTo>
                      <a:pt x="1" y="809"/>
                    </a:lnTo>
                    <a:lnTo>
                      <a:pt x="1729" y="809"/>
                    </a:lnTo>
                    <a:lnTo>
                      <a:pt x="1729"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4760" bIns="14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1" name="Google Shape;1709;p59"/>
              <p:cNvSpPr/>
              <p:nvPr/>
            </p:nvSpPr>
            <p:spPr>
              <a:xfrm flipH="1">
                <a:off x="7943040" y="3441240"/>
                <a:ext cx="386280" cy="29520"/>
              </a:xfrm>
              <a:custGeom>
                <a:avLst/>
                <a:gdLst>
                  <a:gd name="textAreaLeft" fmla="*/ -360 w 386280"/>
                  <a:gd name="textAreaRight" fmla="*/ 386280 w 386280"/>
                  <a:gd name="textAreaTop" fmla="*/ 0 h 29520"/>
                  <a:gd name="textAreaBottom" fmla="*/ 29880 h 29520"/>
                </a:gdLst>
                <a:ahLst/>
                <a:cxnLst/>
                <a:rect l="textAreaLeft" t="textAreaTop" r="textAreaRight" b="textAreaBottom"/>
                <a:pathLst>
                  <a:path w="10426" h="810">
                    <a:moveTo>
                      <a:pt x="0" y="1"/>
                    </a:moveTo>
                    <a:lnTo>
                      <a:pt x="0" y="809"/>
                    </a:lnTo>
                    <a:lnTo>
                      <a:pt x="10425" y="809"/>
                    </a:lnTo>
                    <a:lnTo>
                      <a:pt x="10425"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4760" bIns="14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2" name="Google Shape;1710;p59"/>
              <p:cNvSpPr/>
              <p:nvPr/>
            </p:nvSpPr>
            <p:spPr>
              <a:xfrm flipH="1">
                <a:off x="7943040" y="3520080"/>
                <a:ext cx="201240" cy="29520"/>
              </a:xfrm>
              <a:custGeom>
                <a:avLst/>
                <a:gdLst>
                  <a:gd name="textAreaLeft" fmla="*/ -360 w 201240"/>
                  <a:gd name="textAreaRight" fmla="*/ 201240 w 201240"/>
                  <a:gd name="textAreaTop" fmla="*/ 0 h 29520"/>
                  <a:gd name="textAreaBottom" fmla="*/ 29880 h 29520"/>
                </a:gdLst>
                <a:ahLst/>
                <a:cxnLst/>
                <a:rect l="textAreaLeft" t="textAreaTop" r="textAreaRight" b="textAreaBottom"/>
                <a:pathLst>
                  <a:path w="5437" h="809">
                    <a:moveTo>
                      <a:pt x="1" y="0"/>
                    </a:moveTo>
                    <a:lnTo>
                      <a:pt x="1" y="809"/>
                    </a:lnTo>
                    <a:lnTo>
                      <a:pt x="5436" y="809"/>
                    </a:lnTo>
                    <a:lnTo>
                      <a:pt x="5436" y="0"/>
                    </a:lnTo>
                    <a:close/>
                  </a:path>
                </a:pathLst>
              </a:custGeom>
              <a:solidFill>
                <a:srgbClr val="ABF2FB"/>
              </a:solidFill>
              <a:ln w="0">
                <a:noFill/>
              </a:ln>
            </p:spPr>
            <p:style>
              <a:lnRef idx="0">
                <a:scrgbClr r="0" g="0" b="0"/>
              </a:lnRef>
              <a:fillRef idx="0">
                <a:scrgbClr r="0" g="0" b="0"/>
              </a:fillRef>
              <a:effectRef idx="0">
                <a:scrgbClr r="0" g="0" b="0"/>
              </a:effectRef>
              <a:fontRef idx="minor"/>
            </p:style>
            <p:txBody>
              <a:bodyPr tIns="14760" bIns="14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3" name="Google Shape;1711;p59"/>
              <p:cNvSpPr/>
              <p:nvPr/>
            </p:nvSpPr>
            <p:spPr>
              <a:xfrm flipH="1">
                <a:off x="7942680" y="3597480"/>
                <a:ext cx="439920" cy="29520"/>
              </a:xfrm>
              <a:custGeom>
                <a:avLst/>
                <a:gdLst>
                  <a:gd name="textAreaLeft" fmla="*/ 360 w 439920"/>
                  <a:gd name="textAreaRight" fmla="*/ 440640 w 439920"/>
                  <a:gd name="textAreaTop" fmla="*/ 0 h 29520"/>
                  <a:gd name="textAreaBottom" fmla="*/ 29880 h 29520"/>
                </a:gdLst>
                <a:ahLst/>
                <a:cxnLst/>
                <a:rect l="textAreaLeft" t="textAreaTop" r="textAreaRight" b="textAreaBottom"/>
                <a:pathLst>
                  <a:path w="11876" h="810">
                    <a:moveTo>
                      <a:pt x="0" y="1"/>
                    </a:moveTo>
                    <a:lnTo>
                      <a:pt x="0" y="809"/>
                    </a:lnTo>
                    <a:lnTo>
                      <a:pt x="11875" y="809"/>
                    </a:lnTo>
                    <a:lnTo>
                      <a:pt x="11875"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4760" bIns="14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4" name="Google Shape;1712;p59"/>
              <p:cNvSpPr/>
              <p:nvPr/>
            </p:nvSpPr>
            <p:spPr>
              <a:xfrm flipH="1">
                <a:off x="7941960" y="3675960"/>
                <a:ext cx="227160" cy="28440"/>
              </a:xfrm>
              <a:custGeom>
                <a:avLst/>
                <a:gdLst>
                  <a:gd name="textAreaLeft" fmla="*/ -360 w 227160"/>
                  <a:gd name="textAreaRight" fmla="*/ 227160 w 227160"/>
                  <a:gd name="textAreaTop" fmla="*/ 0 h 28440"/>
                  <a:gd name="textAreaBottom" fmla="*/ 28800 h 28440"/>
                </a:gdLst>
                <a:ahLst/>
                <a:cxnLst/>
                <a:rect l="textAreaLeft" t="textAreaTop" r="textAreaRight" b="textAreaBottom"/>
                <a:pathLst>
                  <a:path w="6134" h="781">
                    <a:moveTo>
                      <a:pt x="1" y="0"/>
                    </a:moveTo>
                    <a:lnTo>
                      <a:pt x="1" y="781"/>
                    </a:lnTo>
                    <a:lnTo>
                      <a:pt x="6133" y="781"/>
                    </a:lnTo>
                    <a:lnTo>
                      <a:pt x="6133"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5" name="Google Shape;1713;p59"/>
              <p:cNvSpPr/>
              <p:nvPr/>
            </p:nvSpPr>
            <p:spPr>
              <a:xfrm flipH="1">
                <a:off x="8214480" y="3675960"/>
                <a:ext cx="66960" cy="28440"/>
              </a:xfrm>
              <a:custGeom>
                <a:avLst/>
                <a:gdLst>
                  <a:gd name="textAreaLeft" fmla="*/ 360 w 66960"/>
                  <a:gd name="textAreaRight" fmla="*/ 67680 w 66960"/>
                  <a:gd name="textAreaTop" fmla="*/ 0 h 28440"/>
                  <a:gd name="textAreaBottom" fmla="*/ 28800 h 28440"/>
                </a:gdLst>
                <a:ahLst/>
                <a:cxnLst/>
                <a:rect l="textAreaLeft" t="textAreaTop" r="textAreaRight" b="textAreaBottom"/>
                <a:pathLst>
                  <a:path w="1813" h="781">
                    <a:moveTo>
                      <a:pt x="0" y="0"/>
                    </a:moveTo>
                    <a:lnTo>
                      <a:pt x="0" y="781"/>
                    </a:lnTo>
                    <a:lnTo>
                      <a:pt x="1812" y="781"/>
                    </a:lnTo>
                    <a:lnTo>
                      <a:pt x="1812"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6" name="Google Shape;1714;p59"/>
              <p:cNvSpPr/>
              <p:nvPr/>
            </p:nvSpPr>
            <p:spPr>
              <a:xfrm flipH="1">
                <a:off x="5518440" y="3492000"/>
                <a:ext cx="654840" cy="957600"/>
              </a:xfrm>
              <a:custGeom>
                <a:avLst/>
                <a:gdLst>
                  <a:gd name="textAreaLeft" fmla="*/ -360 w 654840"/>
                  <a:gd name="textAreaRight" fmla="*/ 654840 w 654840"/>
                  <a:gd name="textAreaTop" fmla="*/ 0 h 957600"/>
                  <a:gd name="textAreaBottom" fmla="*/ 957960 h 957600"/>
                </a:gdLst>
                <a:ahLst/>
                <a:cxnLst/>
                <a:rect l="textAreaLeft" t="textAreaTop" r="textAreaRight" b="textAreaBottom"/>
                <a:pathLst>
                  <a:path w="17674" h="25841">
                    <a:moveTo>
                      <a:pt x="1618" y="1"/>
                    </a:moveTo>
                    <a:cubicBezTo>
                      <a:pt x="698" y="1"/>
                      <a:pt x="1" y="725"/>
                      <a:pt x="1" y="1589"/>
                    </a:cubicBezTo>
                    <a:lnTo>
                      <a:pt x="1" y="24252"/>
                    </a:lnTo>
                    <a:cubicBezTo>
                      <a:pt x="1" y="25116"/>
                      <a:pt x="754" y="25841"/>
                      <a:pt x="1618" y="25841"/>
                    </a:cubicBezTo>
                    <a:lnTo>
                      <a:pt x="16085" y="25841"/>
                    </a:lnTo>
                    <a:cubicBezTo>
                      <a:pt x="16977" y="25841"/>
                      <a:pt x="17674" y="25116"/>
                      <a:pt x="17674" y="24252"/>
                    </a:cubicBezTo>
                    <a:lnTo>
                      <a:pt x="17674" y="1589"/>
                    </a:lnTo>
                    <a:cubicBezTo>
                      <a:pt x="17674" y="697"/>
                      <a:pt x="16949" y="1"/>
                      <a:pt x="16085"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7" name="Google Shape;1715;p59"/>
              <p:cNvSpPr/>
              <p:nvPr/>
            </p:nvSpPr>
            <p:spPr>
              <a:xfrm flipH="1">
                <a:off x="5511240" y="3483720"/>
                <a:ext cx="668520" cy="971280"/>
              </a:xfrm>
              <a:custGeom>
                <a:avLst/>
                <a:gdLst>
                  <a:gd name="textAreaLeft" fmla="*/ -360 w 668520"/>
                  <a:gd name="textAreaRight" fmla="*/ 668520 w 668520"/>
                  <a:gd name="textAreaTop" fmla="*/ 0 h 971280"/>
                  <a:gd name="textAreaBottom" fmla="*/ 971640 h 971280"/>
                </a:gdLst>
                <a:ahLst/>
                <a:cxnLst/>
                <a:rect l="textAreaLeft" t="textAreaTop" r="textAreaRight" b="textAreaBottom"/>
                <a:pathLst>
                  <a:path w="18037" h="26204">
                    <a:moveTo>
                      <a:pt x="16252" y="335"/>
                    </a:moveTo>
                    <a:cubicBezTo>
                      <a:pt x="17060" y="335"/>
                      <a:pt x="17702" y="976"/>
                      <a:pt x="17702" y="1785"/>
                    </a:cubicBezTo>
                    <a:lnTo>
                      <a:pt x="17702" y="24447"/>
                    </a:lnTo>
                    <a:cubicBezTo>
                      <a:pt x="17702" y="25228"/>
                      <a:pt x="17060" y="25897"/>
                      <a:pt x="16252" y="25897"/>
                    </a:cubicBezTo>
                    <a:lnTo>
                      <a:pt x="1785" y="25897"/>
                    </a:lnTo>
                    <a:cubicBezTo>
                      <a:pt x="976" y="25897"/>
                      <a:pt x="335" y="25228"/>
                      <a:pt x="335" y="24447"/>
                    </a:cubicBezTo>
                    <a:lnTo>
                      <a:pt x="335" y="1785"/>
                    </a:lnTo>
                    <a:cubicBezTo>
                      <a:pt x="335" y="976"/>
                      <a:pt x="976" y="335"/>
                      <a:pt x="1785" y="335"/>
                    </a:cubicBezTo>
                    <a:close/>
                    <a:moveTo>
                      <a:pt x="1785" y="1"/>
                    </a:moveTo>
                    <a:cubicBezTo>
                      <a:pt x="809" y="1"/>
                      <a:pt x="1" y="809"/>
                      <a:pt x="1" y="1785"/>
                    </a:cubicBezTo>
                    <a:lnTo>
                      <a:pt x="1" y="24447"/>
                    </a:lnTo>
                    <a:cubicBezTo>
                      <a:pt x="1" y="25423"/>
                      <a:pt x="809" y="26203"/>
                      <a:pt x="1785" y="26203"/>
                    </a:cubicBezTo>
                    <a:lnTo>
                      <a:pt x="16252" y="26203"/>
                    </a:lnTo>
                    <a:cubicBezTo>
                      <a:pt x="17228" y="26203"/>
                      <a:pt x="18036" y="25423"/>
                      <a:pt x="18036" y="24447"/>
                    </a:cubicBezTo>
                    <a:lnTo>
                      <a:pt x="18036" y="1785"/>
                    </a:lnTo>
                    <a:cubicBezTo>
                      <a:pt x="18036" y="809"/>
                      <a:pt x="17228" y="1"/>
                      <a:pt x="16252"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8" name="Google Shape;1716;p59"/>
              <p:cNvSpPr/>
              <p:nvPr/>
            </p:nvSpPr>
            <p:spPr>
              <a:xfrm flipH="1">
                <a:off x="5620320" y="3595320"/>
                <a:ext cx="306720" cy="29520"/>
              </a:xfrm>
              <a:custGeom>
                <a:avLst/>
                <a:gdLst>
                  <a:gd name="textAreaLeft" fmla="*/ 360 w 306720"/>
                  <a:gd name="textAreaRight" fmla="*/ 307440 w 306720"/>
                  <a:gd name="textAreaTop" fmla="*/ 0 h 29520"/>
                  <a:gd name="textAreaBottom" fmla="*/ 29880 h 29520"/>
                </a:gdLst>
                <a:ahLst/>
                <a:cxnLst/>
                <a:rect l="textAreaLeft" t="textAreaTop" r="textAreaRight" b="textAreaBottom"/>
                <a:pathLst>
                  <a:path w="8280" h="809">
                    <a:moveTo>
                      <a:pt x="0" y="0"/>
                    </a:moveTo>
                    <a:lnTo>
                      <a:pt x="0" y="809"/>
                    </a:lnTo>
                    <a:lnTo>
                      <a:pt x="8279" y="809"/>
                    </a:lnTo>
                    <a:lnTo>
                      <a:pt x="8279"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4760" bIns="14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9" name="Google Shape;1717;p59"/>
              <p:cNvSpPr/>
              <p:nvPr/>
            </p:nvSpPr>
            <p:spPr>
              <a:xfrm flipH="1">
                <a:off x="5620320" y="3672720"/>
                <a:ext cx="375840" cy="28800"/>
              </a:xfrm>
              <a:custGeom>
                <a:avLst/>
                <a:gdLst>
                  <a:gd name="textAreaLeft" fmla="*/ 360 w 375840"/>
                  <a:gd name="textAreaRight" fmla="*/ 376560 w 375840"/>
                  <a:gd name="textAreaTop" fmla="*/ 0 h 28800"/>
                  <a:gd name="textAreaBottom" fmla="*/ 29160 h 28800"/>
                </a:gdLst>
                <a:ahLst/>
                <a:cxnLst/>
                <a:rect l="textAreaLeft" t="textAreaTop" r="textAreaRight" b="textAreaBottom"/>
                <a:pathLst>
                  <a:path w="10148" h="782">
                    <a:moveTo>
                      <a:pt x="1" y="1"/>
                    </a:moveTo>
                    <a:lnTo>
                      <a:pt x="1" y="781"/>
                    </a:lnTo>
                    <a:lnTo>
                      <a:pt x="10147" y="781"/>
                    </a:lnTo>
                    <a:lnTo>
                      <a:pt x="10147" y="1"/>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0" name="Google Shape;1718;p59"/>
              <p:cNvSpPr/>
              <p:nvPr/>
            </p:nvSpPr>
            <p:spPr>
              <a:xfrm flipH="1">
                <a:off x="5621400" y="3750480"/>
                <a:ext cx="259200" cy="29520"/>
              </a:xfrm>
              <a:custGeom>
                <a:avLst/>
                <a:gdLst>
                  <a:gd name="textAreaLeft" fmla="*/ 360 w 259200"/>
                  <a:gd name="textAreaRight" fmla="*/ 259920 w 259200"/>
                  <a:gd name="textAreaTop" fmla="*/ 0 h 29520"/>
                  <a:gd name="textAreaBottom" fmla="*/ 29880 h 29520"/>
                </a:gdLst>
                <a:ahLst/>
                <a:cxnLst/>
                <a:rect l="textAreaLeft" t="textAreaTop" r="textAreaRight" b="textAreaBottom"/>
                <a:pathLst>
                  <a:path w="6998" h="809">
                    <a:moveTo>
                      <a:pt x="1" y="0"/>
                    </a:moveTo>
                    <a:lnTo>
                      <a:pt x="1" y="809"/>
                    </a:lnTo>
                    <a:lnTo>
                      <a:pt x="6997" y="809"/>
                    </a:lnTo>
                    <a:lnTo>
                      <a:pt x="6997"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4760" bIns="14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1" name="Google Shape;1719;p59"/>
              <p:cNvSpPr/>
              <p:nvPr/>
            </p:nvSpPr>
            <p:spPr>
              <a:xfrm flipH="1">
                <a:off x="5621400" y="3827880"/>
                <a:ext cx="259200" cy="29520"/>
              </a:xfrm>
              <a:custGeom>
                <a:avLst/>
                <a:gdLst>
                  <a:gd name="textAreaLeft" fmla="*/ 360 w 259200"/>
                  <a:gd name="textAreaRight" fmla="*/ 259920 w 259200"/>
                  <a:gd name="textAreaTop" fmla="*/ 0 h 29520"/>
                  <a:gd name="textAreaBottom" fmla="*/ 29880 h 29520"/>
                </a:gdLst>
                <a:ahLst/>
                <a:cxnLst/>
                <a:rect l="textAreaLeft" t="textAreaTop" r="textAreaRight" b="textAreaBottom"/>
                <a:pathLst>
                  <a:path w="6998" h="809">
                    <a:moveTo>
                      <a:pt x="1" y="0"/>
                    </a:moveTo>
                    <a:lnTo>
                      <a:pt x="1" y="808"/>
                    </a:lnTo>
                    <a:lnTo>
                      <a:pt x="6997" y="808"/>
                    </a:lnTo>
                    <a:lnTo>
                      <a:pt x="6997"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4760" bIns="14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2" name="Google Shape;1720;p59"/>
              <p:cNvSpPr/>
              <p:nvPr/>
            </p:nvSpPr>
            <p:spPr>
              <a:xfrm flipH="1">
                <a:off x="5925240" y="3827880"/>
                <a:ext cx="66960" cy="29520"/>
              </a:xfrm>
              <a:custGeom>
                <a:avLst/>
                <a:gdLst>
                  <a:gd name="textAreaLeft" fmla="*/ 360 w 66960"/>
                  <a:gd name="textAreaRight" fmla="*/ 67680 w 66960"/>
                  <a:gd name="textAreaTop" fmla="*/ 0 h 29520"/>
                  <a:gd name="textAreaBottom" fmla="*/ 29880 h 29520"/>
                </a:gdLst>
                <a:ahLst/>
                <a:cxnLst/>
                <a:rect l="textAreaLeft" t="textAreaTop" r="textAreaRight" b="textAreaBottom"/>
                <a:pathLst>
                  <a:path w="1812" h="809">
                    <a:moveTo>
                      <a:pt x="0" y="0"/>
                    </a:moveTo>
                    <a:lnTo>
                      <a:pt x="0" y="808"/>
                    </a:lnTo>
                    <a:lnTo>
                      <a:pt x="1812" y="808"/>
                    </a:lnTo>
                    <a:lnTo>
                      <a:pt x="1812"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tIns="14760" bIns="14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3" name="Google Shape;1721;p59"/>
              <p:cNvSpPr/>
              <p:nvPr/>
            </p:nvSpPr>
            <p:spPr>
              <a:xfrm flipH="1">
                <a:off x="5612040" y="4023360"/>
                <a:ext cx="458640" cy="325080"/>
              </a:xfrm>
              <a:custGeom>
                <a:avLst/>
                <a:gdLst>
                  <a:gd name="textAreaLeft" fmla="*/ 360 w 458640"/>
                  <a:gd name="textAreaRight" fmla="*/ 459360 w 458640"/>
                  <a:gd name="textAreaTop" fmla="*/ 0 h 325080"/>
                  <a:gd name="textAreaBottom" fmla="*/ 325440 h 325080"/>
                </a:gdLst>
                <a:ahLst/>
                <a:cxnLst/>
                <a:rect l="textAreaLeft" t="textAreaTop" r="textAreaRight" b="textAreaBottom"/>
                <a:pathLst>
                  <a:path w="12378" h="8782">
                    <a:moveTo>
                      <a:pt x="809" y="0"/>
                    </a:moveTo>
                    <a:cubicBezTo>
                      <a:pt x="363" y="0"/>
                      <a:pt x="0" y="335"/>
                      <a:pt x="0" y="781"/>
                    </a:cubicBezTo>
                    <a:lnTo>
                      <a:pt x="0" y="7973"/>
                    </a:lnTo>
                    <a:cubicBezTo>
                      <a:pt x="0" y="8419"/>
                      <a:pt x="363" y="8781"/>
                      <a:pt x="809" y="8781"/>
                    </a:cubicBezTo>
                    <a:lnTo>
                      <a:pt x="11597" y="8781"/>
                    </a:lnTo>
                    <a:cubicBezTo>
                      <a:pt x="12043" y="8781"/>
                      <a:pt x="12377" y="8419"/>
                      <a:pt x="12377" y="7973"/>
                    </a:cubicBezTo>
                    <a:lnTo>
                      <a:pt x="12377" y="781"/>
                    </a:lnTo>
                    <a:cubicBezTo>
                      <a:pt x="12377" y="335"/>
                      <a:pt x="12043" y="0"/>
                      <a:pt x="11597" y="0"/>
                    </a:cubicBezTo>
                    <a:close/>
                  </a:path>
                </a:pathLst>
              </a:custGeom>
              <a:solidFill>
                <a:srgbClr val="ABF2FB"/>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4" name="Google Shape;1722;p59"/>
              <p:cNvSpPr/>
              <p:nvPr/>
            </p:nvSpPr>
            <p:spPr>
              <a:xfrm flipH="1">
                <a:off x="5604120" y="4016160"/>
                <a:ext cx="471960" cy="338760"/>
              </a:xfrm>
              <a:custGeom>
                <a:avLst/>
                <a:gdLst>
                  <a:gd name="textAreaLeft" fmla="*/ -360 w 471960"/>
                  <a:gd name="textAreaRight" fmla="*/ 471960 w 471960"/>
                  <a:gd name="textAreaTop" fmla="*/ 0 h 338760"/>
                  <a:gd name="textAreaBottom" fmla="*/ 339120 h 338760"/>
                </a:gdLst>
                <a:ahLst/>
                <a:cxnLst/>
                <a:rect l="textAreaLeft" t="textAreaTop" r="textAreaRight" b="textAreaBottom"/>
                <a:pathLst>
                  <a:path w="12740" h="9144">
                    <a:moveTo>
                      <a:pt x="11764" y="335"/>
                    </a:moveTo>
                    <a:cubicBezTo>
                      <a:pt x="12126" y="335"/>
                      <a:pt x="12405" y="641"/>
                      <a:pt x="12405" y="976"/>
                    </a:cubicBezTo>
                    <a:lnTo>
                      <a:pt x="12405" y="8168"/>
                    </a:lnTo>
                    <a:cubicBezTo>
                      <a:pt x="12405" y="8558"/>
                      <a:pt x="12098" y="8837"/>
                      <a:pt x="11764" y="8837"/>
                    </a:cubicBezTo>
                    <a:lnTo>
                      <a:pt x="976" y="8837"/>
                    </a:lnTo>
                    <a:cubicBezTo>
                      <a:pt x="613" y="8837"/>
                      <a:pt x="335" y="8502"/>
                      <a:pt x="335" y="8168"/>
                    </a:cubicBezTo>
                    <a:lnTo>
                      <a:pt x="335" y="976"/>
                    </a:lnTo>
                    <a:cubicBezTo>
                      <a:pt x="335" y="614"/>
                      <a:pt x="641" y="335"/>
                      <a:pt x="976" y="335"/>
                    </a:cubicBezTo>
                    <a:close/>
                    <a:moveTo>
                      <a:pt x="976" y="0"/>
                    </a:moveTo>
                    <a:cubicBezTo>
                      <a:pt x="418" y="0"/>
                      <a:pt x="0" y="474"/>
                      <a:pt x="0" y="976"/>
                    </a:cubicBezTo>
                    <a:lnTo>
                      <a:pt x="0" y="8168"/>
                    </a:lnTo>
                    <a:cubicBezTo>
                      <a:pt x="0" y="8725"/>
                      <a:pt x="474" y="9143"/>
                      <a:pt x="976" y="9143"/>
                    </a:cubicBezTo>
                    <a:lnTo>
                      <a:pt x="11764" y="9143"/>
                    </a:lnTo>
                    <a:cubicBezTo>
                      <a:pt x="12321" y="9143"/>
                      <a:pt x="12739" y="8697"/>
                      <a:pt x="12739" y="8168"/>
                    </a:cubicBezTo>
                    <a:lnTo>
                      <a:pt x="12739" y="976"/>
                    </a:lnTo>
                    <a:cubicBezTo>
                      <a:pt x="12739" y="418"/>
                      <a:pt x="12265" y="0"/>
                      <a:pt x="11764"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5" name="Google Shape;1723;p59"/>
              <p:cNvSpPr/>
              <p:nvPr/>
            </p:nvSpPr>
            <p:spPr>
              <a:xfrm flipH="1">
                <a:off x="5661720" y="4114080"/>
                <a:ext cx="354240" cy="152640"/>
              </a:xfrm>
              <a:custGeom>
                <a:avLst/>
                <a:gdLst>
                  <a:gd name="textAreaLeft" fmla="*/ 360 w 354240"/>
                  <a:gd name="textAreaRight" fmla="*/ 354960 w 354240"/>
                  <a:gd name="textAreaTop" fmla="*/ 0 h 152640"/>
                  <a:gd name="textAreaBottom" fmla="*/ 153000 h 152640"/>
                </a:gdLst>
                <a:ahLst/>
                <a:cxnLst/>
                <a:rect l="textAreaLeft" t="textAreaTop" r="textAreaRight" b="textAreaBottom"/>
                <a:pathLst>
                  <a:path w="9563" h="4127">
                    <a:moveTo>
                      <a:pt x="6301" y="1"/>
                    </a:moveTo>
                    <a:lnTo>
                      <a:pt x="3736" y="3318"/>
                    </a:lnTo>
                    <a:lnTo>
                      <a:pt x="2175" y="1366"/>
                    </a:lnTo>
                    <a:lnTo>
                      <a:pt x="1" y="4126"/>
                    </a:lnTo>
                    <a:lnTo>
                      <a:pt x="9562" y="4126"/>
                    </a:lnTo>
                    <a:lnTo>
                      <a:pt x="6301"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76320" bIns="76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6" name="Google Shape;1724;p59"/>
              <p:cNvSpPr/>
              <p:nvPr/>
            </p:nvSpPr>
            <p:spPr>
              <a:xfrm flipH="1">
                <a:off x="5841720" y="4096440"/>
                <a:ext cx="59760" cy="58680"/>
              </a:xfrm>
              <a:custGeom>
                <a:avLst/>
                <a:gdLst>
                  <a:gd name="textAreaLeft" fmla="*/ 360 w 59760"/>
                  <a:gd name="textAreaRight" fmla="*/ 60480 w 59760"/>
                  <a:gd name="textAreaTop" fmla="*/ 0 h 58680"/>
                  <a:gd name="textAreaBottom" fmla="*/ 59040 h 58680"/>
                </a:gdLst>
                <a:ahLst/>
                <a:cxnLst/>
                <a:rect l="textAreaLeft" t="textAreaTop" r="textAreaRight" b="textAreaBottom"/>
                <a:pathLst>
                  <a:path w="1617" h="1590">
                    <a:moveTo>
                      <a:pt x="808" y="1"/>
                    </a:moveTo>
                    <a:cubicBezTo>
                      <a:pt x="362" y="1"/>
                      <a:pt x="0" y="363"/>
                      <a:pt x="0" y="809"/>
                    </a:cubicBezTo>
                    <a:cubicBezTo>
                      <a:pt x="0" y="1227"/>
                      <a:pt x="362" y="1590"/>
                      <a:pt x="808" y="1590"/>
                    </a:cubicBezTo>
                    <a:cubicBezTo>
                      <a:pt x="1254" y="1590"/>
                      <a:pt x="1617" y="1227"/>
                      <a:pt x="1617" y="809"/>
                    </a:cubicBezTo>
                    <a:cubicBezTo>
                      <a:pt x="1617" y="363"/>
                      <a:pt x="1254" y="1"/>
                      <a:pt x="808"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9520" bIns="29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7" name="Google Shape;1725;p59"/>
              <p:cNvSpPr/>
              <p:nvPr/>
            </p:nvSpPr>
            <p:spPr>
              <a:xfrm flipH="1">
                <a:off x="5283720" y="2148480"/>
                <a:ext cx="1186200" cy="1185120"/>
              </a:xfrm>
              <a:custGeom>
                <a:avLst/>
                <a:gdLst>
                  <a:gd name="textAreaLeft" fmla="*/ -360 w 1186200"/>
                  <a:gd name="textAreaRight" fmla="*/ 1186200 w 1186200"/>
                  <a:gd name="textAreaTop" fmla="*/ 0 h 1185120"/>
                  <a:gd name="textAreaBottom" fmla="*/ 1185480 h 1185120"/>
                </a:gdLst>
                <a:ahLst/>
                <a:cxnLst/>
                <a:rect l="textAreaLeft" t="textAreaTop" r="textAreaRight" b="textAreaBottom"/>
                <a:pathLst>
                  <a:path w="32002" h="31974">
                    <a:moveTo>
                      <a:pt x="16001" y="1"/>
                    </a:moveTo>
                    <a:lnTo>
                      <a:pt x="16001" y="2565"/>
                    </a:lnTo>
                    <a:cubicBezTo>
                      <a:pt x="23416" y="2565"/>
                      <a:pt x="29437" y="8614"/>
                      <a:pt x="29437" y="16029"/>
                    </a:cubicBezTo>
                    <a:cubicBezTo>
                      <a:pt x="29437" y="23444"/>
                      <a:pt x="23416" y="29465"/>
                      <a:pt x="16001" y="29465"/>
                    </a:cubicBezTo>
                    <a:cubicBezTo>
                      <a:pt x="8586" y="29465"/>
                      <a:pt x="2537" y="23444"/>
                      <a:pt x="2537" y="16029"/>
                    </a:cubicBezTo>
                    <a:cubicBezTo>
                      <a:pt x="2537" y="13855"/>
                      <a:pt x="3067" y="11848"/>
                      <a:pt x="3987" y="10036"/>
                    </a:cubicBezTo>
                    <a:lnTo>
                      <a:pt x="1673" y="8893"/>
                    </a:lnTo>
                    <a:cubicBezTo>
                      <a:pt x="586" y="11011"/>
                      <a:pt x="1" y="13437"/>
                      <a:pt x="1" y="16001"/>
                    </a:cubicBezTo>
                    <a:cubicBezTo>
                      <a:pt x="1" y="24810"/>
                      <a:pt x="7193" y="31974"/>
                      <a:pt x="16001" y="31974"/>
                    </a:cubicBezTo>
                    <a:cubicBezTo>
                      <a:pt x="24810" y="31974"/>
                      <a:pt x="32002" y="24810"/>
                      <a:pt x="32002" y="16001"/>
                    </a:cubicBezTo>
                    <a:cubicBezTo>
                      <a:pt x="32002" y="7165"/>
                      <a:pt x="24810" y="1"/>
                      <a:pt x="16001"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8" name="Google Shape;1726;p59"/>
              <p:cNvSpPr/>
              <p:nvPr/>
            </p:nvSpPr>
            <p:spPr>
              <a:xfrm flipH="1">
                <a:off x="5877000" y="2149560"/>
                <a:ext cx="531000" cy="370800"/>
              </a:xfrm>
              <a:custGeom>
                <a:avLst/>
                <a:gdLst>
                  <a:gd name="textAreaLeft" fmla="*/ -360 w 531000"/>
                  <a:gd name="textAreaRight" fmla="*/ 531000 w 531000"/>
                  <a:gd name="textAreaTop" fmla="*/ 0 h 370800"/>
                  <a:gd name="textAreaBottom" fmla="*/ 371160 h 370800"/>
                </a:gdLst>
                <a:ahLst/>
                <a:cxnLst/>
                <a:rect l="textAreaLeft" t="textAreaTop" r="textAreaRight" b="textAreaBottom"/>
                <a:pathLst>
                  <a:path w="14329" h="10008">
                    <a:moveTo>
                      <a:pt x="14328" y="1"/>
                    </a:moveTo>
                    <a:cubicBezTo>
                      <a:pt x="8056" y="1"/>
                      <a:pt x="2621" y="3624"/>
                      <a:pt x="0" y="8893"/>
                    </a:cubicBezTo>
                    <a:lnTo>
                      <a:pt x="2314" y="10008"/>
                    </a:lnTo>
                    <a:cubicBezTo>
                      <a:pt x="4488" y="5576"/>
                      <a:pt x="9060" y="2537"/>
                      <a:pt x="14328" y="2537"/>
                    </a:cubicBezTo>
                    <a:lnTo>
                      <a:pt x="14328"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9" name="Google Shape;1727;p59"/>
              <p:cNvSpPr/>
              <p:nvPr/>
            </p:nvSpPr>
            <p:spPr>
              <a:xfrm flipH="1">
                <a:off x="5877000" y="2299320"/>
                <a:ext cx="443160" cy="836640"/>
              </a:xfrm>
              <a:custGeom>
                <a:avLst/>
                <a:gdLst>
                  <a:gd name="textAreaLeft" fmla="*/ -360 w 443160"/>
                  <a:gd name="textAreaRight" fmla="*/ 443160 w 443160"/>
                  <a:gd name="textAreaTop" fmla="*/ 0 h 836640"/>
                  <a:gd name="textAreaBottom" fmla="*/ 837000 h 836640"/>
                </a:gdLst>
                <a:ahLst/>
                <a:cxnLst/>
                <a:rect l="textAreaLeft" t="textAreaTop" r="textAreaRight" b="textAreaBottom"/>
                <a:pathLst>
                  <a:path w="11960" h="22580">
                    <a:moveTo>
                      <a:pt x="11959" y="1"/>
                    </a:moveTo>
                    <a:cubicBezTo>
                      <a:pt x="5353" y="1"/>
                      <a:pt x="1" y="5380"/>
                      <a:pt x="1" y="11959"/>
                    </a:cubicBezTo>
                    <a:cubicBezTo>
                      <a:pt x="1" y="16558"/>
                      <a:pt x="2649" y="20545"/>
                      <a:pt x="6523" y="22580"/>
                    </a:cubicBezTo>
                    <a:lnTo>
                      <a:pt x="7666" y="20294"/>
                    </a:lnTo>
                    <a:cubicBezTo>
                      <a:pt x="4628" y="18705"/>
                      <a:pt x="2593" y="15583"/>
                      <a:pt x="2593" y="11959"/>
                    </a:cubicBezTo>
                    <a:cubicBezTo>
                      <a:pt x="2593" y="6802"/>
                      <a:pt x="6802" y="2593"/>
                      <a:pt x="11959" y="2593"/>
                    </a:cubicBezTo>
                    <a:lnTo>
                      <a:pt x="11959"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0" name="Google Shape;1728;p59"/>
              <p:cNvSpPr/>
              <p:nvPr/>
            </p:nvSpPr>
            <p:spPr>
              <a:xfrm flipH="1">
                <a:off x="5433480" y="2299320"/>
                <a:ext cx="645480" cy="886320"/>
              </a:xfrm>
              <a:custGeom>
                <a:avLst/>
                <a:gdLst>
                  <a:gd name="textAreaLeft" fmla="*/ -360 w 645480"/>
                  <a:gd name="textAreaRight" fmla="*/ 645480 w 645480"/>
                  <a:gd name="textAreaTop" fmla="*/ 0 h 886320"/>
                  <a:gd name="textAreaBottom" fmla="*/ 886680 h 886320"/>
                </a:gdLst>
                <a:ahLst/>
                <a:cxnLst/>
                <a:rect l="textAreaLeft" t="textAreaTop" r="textAreaRight" b="textAreaBottom"/>
                <a:pathLst>
                  <a:path w="17423" h="23918">
                    <a:moveTo>
                      <a:pt x="5464" y="1"/>
                    </a:moveTo>
                    <a:lnTo>
                      <a:pt x="5464" y="2593"/>
                    </a:lnTo>
                    <a:cubicBezTo>
                      <a:pt x="10621" y="2593"/>
                      <a:pt x="14830" y="6802"/>
                      <a:pt x="14830" y="11959"/>
                    </a:cubicBezTo>
                    <a:cubicBezTo>
                      <a:pt x="14830" y="17116"/>
                      <a:pt x="10621" y="21325"/>
                      <a:pt x="5464" y="21325"/>
                    </a:cubicBezTo>
                    <a:cubicBezTo>
                      <a:pt x="3931" y="21325"/>
                      <a:pt x="2426" y="20935"/>
                      <a:pt x="1143" y="20294"/>
                    </a:cubicBezTo>
                    <a:lnTo>
                      <a:pt x="1" y="22580"/>
                    </a:lnTo>
                    <a:cubicBezTo>
                      <a:pt x="1617" y="23416"/>
                      <a:pt x="3485" y="23918"/>
                      <a:pt x="5464" y="23918"/>
                    </a:cubicBezTo>
                    <a:cubicBezTo>
                      <a:pt x="12043" y="23918"/>
                      <a:pt x="17423" y="18538"/>
                      <a:pt x="17423" y="11959"/>
                    </a:cubicBezTo>
                    <a:cubicBezTo>
                      <a:pt x="17423" y="5380"/>
                      <a:pt x="12043" y="1"/>
                      <a:pt x="5464"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1" name="Google Shape;1729;p59"/>
              <p:cNvSpPr/>
              <p:nvPr/>
            </p:nvSpPr>
            <p:spPr>
              <a:xfrm flipH="1">
                <a:off x="5633280" y="2447280"/>
                <a:ext cx="540360" cy="591840"/>
              </a:xfrm>
              <a:custGeom>
                <a:avLst/>
                <a:gdLst>
                  <a:gd name="textAreaLeft" fmla="*/ -360 w 540360"/>
                  <a:gd name="textAreaRight" fmla="*/ 540360 w 540360"/>
                  <a:gd name="textAreaTop" fmla="*/ 0 h 591840"/>
                  <a:gd name="textAreaBottom" fmla="*/ 592200 h 591840"/>
                </a:gdLst>
                <a:ahLst/>
                <a:cxnLst/>
                <a:rect l="textAreaLeft" t="textAreaTop" r="textAreaRight" b="textAreaBottom"/>
                <a:pathLst>
                  <a:path w="14580" h="15974">
                    <a:moveTo>
                      <a:pt x="8001" y="1"/>
                    </a:moveTo>
                    <a:cubicBezTo>
                      <a:pt x="3597" y="1"/>
                      <a:pt x="1" y="3541"/>
                      <a:pt x="29" y="8001"/>
                    </a:cubicBezTo>
                    <a:cubicBezTo>
                      <a:pt x="29" y="12377"/>
                      <a:pt x="3597" y="15973"/>
                      <a:pt x="8001" y="15973"/>
                    </a:cubicBezTo>
                    <a:cubicBezTo>
                      <a:pt x="10705" y="15973"/>
                      <a:pt x="13158" y="14579"/>
                      <a:pt x="14580" y="12489"/>
                    </a:cubicBezTo>
                    <a:lnTo>
                      <a:pt x="12489" y="11039"/>
                    </a:lnTo>
                    <a:cubicBezTo>
                      <a:pt x="11513" y="12489"/>
                      <a:pt x="9869" y="13437"/>
                      <a:pt x="8001" y="13437"/>
                    </a:cubicBezTo>
                    <a:cubicBezTo>
                      <a:pt x="4991" y="13437"/>
                      <a:pt x="2565" y="10984"/>
                      <a:pt x="2565" y="8001"/>
                    </a:cubicBezTo>
                    <a:cubicBezTo>
                      <a:pt x="2565" y="5018"/>
                      <a:pt x="4991" y="2565"/>
                      <a:pt x="8001" y="2565"/>
                    </a:cubicBezTo>
                    <a:lnTo>
                      <a:pt x="8001"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2" name="Google Shape;1730;p59"/>
              <p:cNvSpPr/>
              <p:nvPr/>
            </p:nvSpPr>
            <p:spPr>
              <a:xfrm flipH="1">
                <a:off x="5582160" y="2445120"/>
                <a:ext cx="295200" cy="462600"/>
              </a:xfrm>
              <a:custGeom>
                <a:avLst/>
                <a:gdLst>
                  <a:gd name="textAreaLeft" fmla="*/ 360 w 295200"/>
                  <a:gd name="textAreaRight" fmla="*/ 295920 w 295200"/>
                  <a:gd name="textAreaTop" fmla="*/ 0 h 462600"/>
                  <a:gd name="textAreaBottom" fmla="*/ 462960 h 462600"/>
                </a:gdLst>
                <a:ahLst/>
                <a:cxnLst/>
                <a:rect l="textAreaLeft" t="textAreaTop" r="textAreaRight" b="textAreaBottom"/>
                <a:pathLst>
                  <a:path w="7973" h="12490">
                    <a:moveTo>
                      <a:pt x="0" y="1"/>
                    </a:moveTo>
                    <a:lnTo>
                      <a:pt x="0" y="2593"/>
                    </a:lnTo>
                    <a:cubicBezTo>
                      <a:pt x="2983" y="2593"/>
                      <a:pt x="5436" y="5019"/>
                      <a:pt x="5436" y="8029"/>
                    </a:cubicBezTo>
                    <a:cubicBezTo>
                      <a:pt x="5436" y="9144"/>
                      <a:pt x="5073" y="10175"/>
                      <a:pt x="4488" y="11012"/>
                    </a:cubicBezTo>
                    <a:lnTo>
                      <a:pt x="6579" y="12489"/>
                    </a:lnTo>
                    <a:cubicBezTo>
                      <a:pt x="7443" y="11207"/>
                      <a:pt x="7973" y="9674"/>
                      <a:pt x="7973" y="8001"/>
                    </a:cubicBezTo>
                    <a:cubicBezTo>
                      <a:pt x="7973" y="3597"/>
                      <a:pt x="4377" y="1"/>
                      <a:pt x="0" y="1"/>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3" name="Google Shape;1731;p59"/>
              <p:cNvSpPr/>
              <p:nvPr/>
            </p:nvSpPr>
            <p:spPr>
              <a:xfrm flipH="1">
                <a:off x="5382720" y="3287520"/>
                <a:ext cx="74160" cy="613440"/>
              </a:xfrm>
              <a:custGeom>
                <a:avLst/>
                <a:gdLst>
                  <a:gd name="textAreaLeft" fmla="*/ 360 w 74160"/>
                  <a:gd name="textAreaRight" fmla="*/ 74880 w 74160"/>
                  <a:gd name="textAreaTop" fmla="*/ 0 h 613440"/>
                  <a:gd name="textAreaBottom" fmla="*/ 613800 h 613440"/>
                </a:gdLst>
                <a:ahLst/>
                <a:cxnLst/>
                <a:rect l="textAreaLeft" t="textAreaTop" r="textAreaRight" b="textAreaBottom"/>
                <a:pathLst>
                  <a:path w="2008" h="16559">
                    <a:moveTo>
                      <a:pt x="0" y="0"/>
                    </a:moveTo>
                    <a:lnTo>
                      <a:pt x="0" y="335"/>
                    </a:lnTo>
                    <a:lnTo>
                      <a:pt x="1673" y="335"/>
                    </a:lnTo>
                    <a:lnTo>
                      <a:pt x="1673" y="16252"/>
                    </a:lnTo>
                    <a:lnTo>
                      <a:pt x="0" y="16252"/>
                    </a:lnTo>
                    <a:lnTo>
                      <a:pt x="0" y="16558"/>
                    </a:lnTo>
                    <a:lnTo>
                      <a:pt x="2007" y="16558"/>
                    </a:lnTo>
                    <a:lnTo>
                      <a:pt x="2007"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4" name="Google Shape;1732;p59"/>
              <p:cNvSpPr/>
              <p:nvPr/>
            </p:nvSpPr>
            <p:spPr>
              <a:xfrm flipH="1">
                <a:off x="6241680" y="1989360"/>
                <a:ext cx="2157480" cy="274680"/>
              </a:xfrm>
              <a:custGeom>
                <a:avLst/>
                <a:gdLst>
                  <a:gd name="textAreaLeft" fmla="*/ -360 w 2157480"/>
                  <a:gd name="textAreaRight" fmla="*/ 2157480 w 2157480"/>
                  <a:gd name="textAreaTop" fmla="*/ 0 h 274680"/>
                  <a:gd name="textAreaBottom" fmla="*/ 275040 h 274680"/>
                </a:gdLst>
                <a:ahLst/>
                <a:cxnLst/>
                <a:rect l="textAreaLeft" t="textAreaTop" r="textAreaRight" b="textAreaBottom"/>
                <a:pathLst>
                  <a:path w="58205" h="7416">
                    <a:moveTo>
                      <a:pt x="0" y="1"/>
                    </a:moveTo>
                    <a:lnTo>
                      <a:pt x="0" y="7416"/>
                    </a:lnTo>
                    <a:lnTo>
                      <a:pt x="335" y="7416"/>
                    </a:lnTo>
                    <a:lnTo>
                      <a:pt x="335" y="308"/>
                    </a:lnTo>
                    <a:lnTo>
                      <a:pt x="57898" y="308"/>
                    </a:lnTo>
                    <a:lnTo>
                      <a:pt x="57898" y="4600"/>
                    </a:lnTo>
                    <a:lnTo>
                      <a:pt x="58204" y="4600"/>
                    </a:lnTo>
                    <a:lnTo>
                      <a:pt x="58204"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5" name="Google Shape;1733;p59"/>
              <p:cNvSpPr/>
              <p:nvPr/>
            </p:nvSpPr>
            <p:spPr>
              <a:xfrm flipH="1">
                <a:off x="5929560" y="1286280"/>
                <a:ext cx="132840" cy="132120"/>
              </a:xfrm>
              <a:custGeom>
                <a:avLst/>
                <a:gdLst>
                  <a:gd name="textAreaLeft" fmla="*/ -360 w 132840"/>
                  <a:gd name="textAreaRight" fmla="*/ 132840 w 132840"/>
                  <a:gd name="textAreaTop" fmla="*/ 0 h 132120"/>
                  <a:gd name="textAreaBottom" fmla="*/ 132480 h 132120"/>
                </a:gdLst>
                <a:ahLst/>
                <a:cxnLst/>
                <a:rect l="textAreaLeft" t="textAreaTop" r="textAreaRight" b="textAreaBottom"/>
                <a:pathLst>
                  <a:path w="3597" h="3569">
                    <a:moveTo>
                      <a:pt x="1" y="1"/>
                    </a:moveTo>
                    <a:lnTo>
                      <a:pt x="1" y="3569"/>
                    </a:lnTo>
                    <a:lnTo>
                      <a:pt x="3597" y="3569"/>
                    </a:lnTo>
                    <a:lnTo>
                      <a:pt x="3597" y="1"/>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66240" bIns="66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6" name="Google Shape;1734;p59"/>
              <p:cNvSpPr/>
              <p:nvPr/>
            </p:nvSpPr>
            <p:spPr>
              <a:xfrm flipH="1">
                <a:off x="6006960" y="1361520"/>
                <a:ext cx="93600" cy="93600"/>
              </a:xfrm>
              <a:custGeom>
                <a:avLst/>
                <a:gdLst>
                  <a:gd name="textAreaLeft" fmla="*/ 360 w 93600"/>
                  <a:gd name="textAreaRight" fmla="*/ 94320 w 93600"/>
                  <a:gd name="textAreaTop" fmla="*/ 0 h 93600"/>
                  <a:gd name="textAreaBottom" fmla="*/ 93960 h 93600"/>
                </a:gdLst>
                <a:ahLst/>
                <a:cxnLst/>
                <a:rect l="textAreaLeft" t="textAreaTop" r="textAreaRight" b="textAreaBottom"/>
                <a:pathLst>
                  <a:path w="2537" h="2538">
                    <a:moveTo>
                      <a:pt x="0" y="1"/>
                    </a:moveTo>
                    <a:lnTo>
                      <a:pt x="0" y="2537"/>
                    </a:lnTo>
                    <a:lnTo>
                      <a:pt x="2537" y="2537"/>
                    </a:lnTo>
                    <a:lnTo>
                      <a:pt x="2537" y="1"/>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46800" bIns="46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7" name="Google Shape;1735;p59"/>
              <p:cNvSpPr/>
              <p:nvPr/>
            </p:nvSpPr>
            <p:spPr>
              <a:xfrm flipH="1">
                <a:off x="6238800" y="1362600"/>
                <a:ext cx="56520" cy="56520"/>
              </a:xfrm>
              <a:custGeom>
                <a:avLst/>
                <a:gdLst>
                  <a:gd name="textAreaLeft" fmla="*/ -360 w 56520"/>
                  <a:gd name="textAreaRight" fmla="*/ 56520 w 56520"/>
                  <a:gd name="textAreaTop" fmla="*/ 0 h 56520"/>
                  <a:gd name="textAreaBottom" fmla="*/ 56880 h 56520"/>
                </a:gdLst>
                <a:ahLst/>
                <a:cxnLst/>
                <a:rect l="textAreaLeft" t="textAreaTop" r="textAreaRight" b="textAreaBottom"/>
                <a:pathLst>
                  <a:path w="1534" h="1534">
                    <a:moveTo>
                      <a:pt x="1" y="0"/>
                    </a:moveTo>
                    <a:lnTo>
                      <a:pt x="1" y="1534"/>
                    </a:lnTo>
                    <a:lnTo>
                      <a:pt x="1534" y="1534"/>
                    </a:lnTo>
                    <a:lnTo>
                      <a:pt x="1534" y="0"/>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8" name="Google Shape;1736;p59"/>
              <p:cNvSpPr/>
              <p:nvPr/>
            </p:nvSpPr>
            <p:spPr>
              <a:xfrm flipH="1">
                <a:off x="6082560" y="1802160"/>
                <a:ext cx="78120" cy="78120"/>
              </a:xfrm>
              <a:custGeom>
                <a:avLst/>
                <a:gdLst>
                  <a:gd name="textAreaLeft" fmla="*/ -360 w 78120"/>
                  <a:gd name="textAreaRight" fmla="*/ 78120 w 78120"/>
                  <a:gd name="textAreaTop" fmla="*/ 0 h 78120"/>
                  <a:gd name="textAreaBottom" fmla="*/ 78480 h 78120"/>
                </a:gdLst>
                <a:ahLst/>
                <a:cxnLst/>
                <a:rect l="textAreaLeft" t="textAreaTop" r="textAreaRight" b="textAreaBottom"/>
                <a:pathLst>
                  <a:path w="2119" h="2120">
                    <a:moveTo>
                      <a:pt x="0" y="1"/>
                    </a:moveTo>
                    <a:lnTo>
                      <a:pt x="0" y="2120"/>
                    </a:lnTo>
                    <a:lnTo>
                      <a:pt x="2119" y="2120"/>
                    </a:lnTo>
                    <a:lnTo>
                      <a:pt x="2119" y="1"/>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39240" bIns="39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9" name="Google Shape;1737;p59"/>
              <p:cNvSpPr/>
              <p:nvPr/>
            </p:nvSpPr>
            <p:spPr>
              <a:xfrm flipH="1">
                <a:off x="7074000" y="1657440"/>
                <a:ext cx="77040" cy="77040"/>
              </a:xfrm>
              <a:custGeom>
                <a:avLst/>
                <a:gdLst>
                  <a:gd name="textAreaLeft" fmla="*/ 360 w 77040"/>
                  <a:gd name="textAreaRight" fmla="*/ 77760 w 77040"/>
                  <a:gd name="textAreaTop" fmla="*/ 0 h 77040"/>
                  <a:gd name="textAreaBottom" fmla="*/ 77400 h 77040"/>
                </a:gdLst>
                <a:ahLst/>
                <a:cxnLst/>
                <a:rect l="textAreaLeft" t="textAreaTop" r="textAreaRight" b="textAreaBottom"/>
                <a:pathLst>
                  <a:path w="2092" h="2092">
                    <a:moveTo>
                      <a:pt x="1" y="1"/>
                    </a:moveTo>
                    <a:lnTo>
                      <a:pt x="1" y="2091"/>
                    </a:lnTo>
                    <a:lnTo>
                      <a:pt x="2092" y="2091"/>
                    </a:lnTo>
                    <a:lnTo>
                      <a:pt x="2092" y="1"/>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38520" bIns="38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0" name="Google Shape;1738;p59"/>
              <p:cNvSpPr/>
              <p:nvPr/>
            </p:nvSpPr>
            <p:spPr>
              <a:xfrm flipH="1">
                <a:off x="7028640" y="1695600"/>
                <a:ext cx="86400" cy="86400"/>
              </a:xfrm>
              <a:custGeom>
                <a:avLst/>
                <a:gdLst>
                  <a:gd name="textAreaLeft" fmla="*/ 360 w 86400"/>
                  <a:gd name="textAreaRight" fmla="*/ 87120 w 86400"/>
                  <a:gd name="textAreaTop" fmla="*/ 0 h 86400"/>
                  <a:gd name="textAreaBottom" fmla="*/ 86760 h 86400"/>
                </a:gdLst>
                <a:ahLst/>
                <a:cxnLst/>
                <a:rect l="textAreaLeft" t="textAreaTop" r="textAreaRight" b="textAreaBottom"/>
                <a:pathLst>
                  <a:path w="2343" h="2342">
                    <a:moveTo>
                      <a:pt x="1" y="0"/>
                    </a:moveTo>
                    <a:lnTo>
                      <a:pt x="1" y="2342"/>
                    </a:lnTo>
                    <a:lnTo>
                      <a:pt x="2342" y="2342"/>
                    </a:lnTo>
                    <a:lnTo>
                      <a:pt x="2342" y="0"/>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1" name="Google Shape;1739;p59"/>
              <p:cNvSpPr/>
              <p:nvPr/>
            </p:nvSpPr>
            <p:spPr>
              <a:xfrm flipH="1">
                <a:off x="6927840" y="1704960"/>
                <a:ext cx="42120" cy="42120"/>
              </a:xfrm>
              <a:custGeom>
                <a:avLst/>
                <a:gdLst>
                  <a:gd name="textAreaLeft" fmla="*/ -360 w 42120"/>
                  <a:gd name="textAreaRight" fmla="*/ 42120 w 42120"/>
                  <a:gd name="textAreaTop" fmla="*/ 0 h 42120"/>
                  <a:gd name="textAreaBottom" fmla="*/ 42480 h 42120"/>
                </a:gdLst>
                <a:ahLst/>
                <a:cxnLst/>
                <a:rect l="textAreaLeft" t="textAreaTop" r="textAreaRight" b="textAreaBottom"/>
                <a:pathLst>
                  <a:path w="1143" h="1144">
                    <a:moveTo>
                      <a:pt x="0" y="1"/>
                    </a:moveTo>
                    <a:lnTo>
                      <a:pt x="0" y="1144"/>
                    </a:lnTo>
                    <a:lnTo>
                      <a:pt x="1143" y="1144"/>
                    </a:lnTo>
                    <a:lnTo>
                      <a:pt x="1143" y="1"/>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2" name="Google Shape;1740;p59"/>
              <p:cNvSpPr/>
              <p:nvPr/>
            </p:nvSpPr>
            <p:spPr>
              <a:xfrm flipH="1">
                <a:off x="6684120" y="2846160"/>
                <a:ext cx="70920" cy="70920"/>
              </a:xfrm>
              <a:custGeom>
                <a:avLst/>
                <a:gdLst>
                  <a:gd name="textAreaLeft" fmla="*/ -360 w 70920"/>
                  <a:gd name="textAreaRight" fmla="*/ 70920 w 70920"/>
                  <a:gd name="textAreaTop" fmla="*/ 0 h 70920"/>
                  <a:gd name="textAreaBottom" fmla="*/ 71280 h 70920"/>
                </a:gdLst>
                <a:ahLst/>
                <a:cxnLst/>
                <a:rect l="textAreaLeft" t="textAreaTop" r="textAreaRight" b="textAreaBottom"/>
                <a:pathLst>
                  <a:path w="1924" h="1924">
                    <a:moveTo>
                      <a:pt x="0" y="1"/>
                    </a:moveTo>
                    <a:lnTo>
                      <a:pt x="0" y="1924"/>
                    </a:lnTo>
                    <a:lnTo>
                      <a:pt x="1924" y="1924"/>
                    </a:lnTo>
                    <a:lnTo>
                      <a:pt x="1924" y="1"/>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35640" bIns="35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3" name="Google Shape;1741;p59"/>
              <p:cNvSpPr/>
              <p:nvPr/>
            </p:nvSpPr>
            <p:spPr>
              <a:xfrm flipH="1">
                <a:off x="6671520" y="2731320"/>
                <a:ext cx="36000" cy="36000"/>
              </a:xfrm>
              <a:custGeom>
                <a:avLst/>
                <a:gdLst>
                  <a:gd name="textAreaLeft" fmla="*/ 360 w 36000"/>
                  <a:gd name="textAreaRight" fmla="*/ 36720 w 36000"/>
                  <a:gd name="textAreaTop" fmla="*/ 0 h 36000"/>
                  <a:gd name="textAreaBottom" fmla="*/ 36360 h 36000"/>
                </a:gdLst>
                <a:ahLst/>
                <a:cxnLst/>
                <a:rect l="textAreaLeft" t="textAreaTop" r="textAreaRight" b="textAreaBottom"/>
                <a:pathLst>
                  <a:path w="976" h="977">
                    <a:moveTo>
                      <a:pt x="0" y="0"/>
                    </a:moveTo>
                    <a:lnTo>
                      <a:pt x="0" y="976"/>
                    </a:lnTo>
                    <a:lnTo>
                      <a:pt x="976" y="976"/>
                    </a:lnTo>
                    <a:lnTo>
                      <a:pt x="976" y="0"/>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4" name="Google Shape;1742;p59"/>
              <p:cNvSpPr/>
              <p:nvPr/>
            </p:nvSpPr>
            <p:spPr>
              <a:xfrm flipH="1">
                <a:off x="6538320" y="2800800"/>
                <a:ext cx="30600" cy="30600"/>
              </a:xfrm>
              <a:custGeom>
                <a:avLst/>
                <a:gdLst>
                  <a:gd name="textAreaLeft" fmla="*/ -360 w 30600"/>
                  <a:gd name="textAreaRight" fmla="*/ 30600 w 30600"/>
                  <a:gd name="textAreaTop" fmla="*/ 0 h 30600"/>
                  <a:gd name="textAreaBottom" fmla="*/ 30960 h 30600"/>
                </a:gdLst>
                <a:ahLst/>
                <a:cxnLst/>
                <a:rect l="textAreaLeft" t="textAreaTop" r="textAreaRight" b="textAreaBottom"/>
                <a:pathLst>
                  <a:path w="837" h="837">
                    <a:moveTo>
                      <a:pt x="1" y="0"/>
                    </a:moveTo>
                    <a:lnTo>
                      <a:pt x="1" y="836"/>
                    </a:lnTo>
                    <a:lnTo>
                      <a:pt x="837" y="836"/>
                    </a:lnTo>
                    <a:lnTo>
                      <a:pt x="837" y="0"/>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5" name="Google Shape;1743;p59"/>
              <p:cNvSpPr/>
              <p:nvPr/>
            </p:nvSpPr>
            <p:spPr>
              <a:xfrm flipH="1">
                <a:off x="7645320" y="2640600"/>
                <a:ext cx="54360" cy="53280"/>
              </a:xfrm>
              <a:custGeom>
                <a:avLst/>
                <a:gdLst>
                  <a:gd name="textAreaLeft" fmla="*/ -360 w 54360"/>
                  <a:gd name="textAreaRight" fmla="*/ 54360 w 54360"/>
                  <a:gd name="textAreaTop" fmla="*/ 0 h 53280"/>
                  <a:gd name="textAreaBottom" fmla="*/ 53640 h 53280"/>
                </a:gdLst>
                <a:ahLst/>
                <a:cxnLst/>
                <a:rect l="textAreaLeft" t="textAreaTop" r="textAreaRight" b="textAreaBottom"/>
                <a:pathLst>
                  <a:path w="1478" h="1450">
                    <a:moveTo>
                      <a:pt x="0" y="0"/>
                    </a:moveTo>
                    <a:lnTo>
                      <a:pt x="0" y="1450"/>
                    </a:lnTo>
                    <a:lnTo>
                      <a:pt x="1477" y="1450"/>
                    </a:lnTo>
                    <a:lnTo>
                      <a:pt x="1477"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6640" bIns="26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6" name="Google Shape;1744;p59"/>
              <p:cNvSpPr/>
              <p:nvPr/>
            </p:nvSpPr>
            <p:spPr>
              <a:xfrm flipH="1">
                <a:off x="8548560" y="1644120"/>
                <a:ext cx="120600" cy="120600"/>
              </a:xfrm>
              <a:custGeom>
                <a:avLst/>
                <a:gdLst>
                  <a:gd name="textAreaLeft" fmla="*/ -360 w 120600"/>
                  <a:gd name="textAreaRight" fmla="*/ 120600 w 120600"/>
                  <a:gd name="textAreaTop" fmla="*/ 0 h 120600"/>
                  <a:gd name="textAreaBottom" fmla="*/ 120960 h 120600"/>
                </a:gdLst>
                <a:ahLst/>
                <a:cxnLst/>
                <a:rect l="textAreaLeft" t="textAreaTop" r="textAreaRight" b="textAreaBottom"/>
                <a:pathLst>
                  <a:path w="3262" h="3263">
                    <a:moveTo>
                      <a:pt x="0" y="1"/>
                    </a:moveTo>
                    <a:lnTo>
                      <a:pt x="0" y="3262"/>
                    </a:lnTo>
                    <a:lnTo>
                      <a:pt x="3261" y="3262"/>
                    </a:lnTo>
                    <a:lnTo>
                      <a:pt x="3261" y="1"/>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60480" bIns="60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7" name="Google Shape;1745;p59"/>
              <p:cNvSpPr/>
              <p:nvPr/>
            </p:nvSpPr>
            <p:spPr>
              <a:xfrm flipH="1">
                <a:off x="8626680" y="1720800"/>
                <a:ext cx="81360" cy="80280"/>
              </a:xfrm>
              <a:custGeom>
                <a:avLst/>
                <a:gdLst>
                  <a:gd name="textAreaLeft" fmla="*/ 360 w 81360"/>
                  <a:gd name="textAreaRight" fmla="*/ 82080 w 81360"/>
                  <a:gd name="textAreaTop" fmla="*/ 0 h 80280"/>
                  <a:gd name="textAreaBottom" fmla="*/ 80640 h 80280"/>
                </a:gdLst>
                <a:ahLst/>
                <a:cxnLst/>
                <a:rect l="textAreaLeft" t="textAreaTop" r="textAreaRight" b="textAreaBottom"/>
                <a:pathLst>
                  <a:path w="2203" h="2175">
                    <a:moveTo>
                      <a:pt x="1" y="1"/>
                    </a:moveTo>
                    <a:lnTo>
                      <a:pt x="1" y="2175"/>
                    </a:lnTo>
                    <a:lnTo>
                      <a:pt x="2203" y="2175"/>
                    </a:lnTo>
                    <a:lnTo>
                      <a:pt x="2203" y="1"/>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40320" bIns="40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8" name="Google Shape;1746;p59"/>
              <p:cNvSpPr/>
              <p:nvPr/>
            </p:nvSpPr>
            <p:spPr>
              <a:xfrm flipH="1">
                <a:off x="8726400" y="1596600"/>
                <a:ext cx="75240" cy="74160"/>
              </a:xfrm>
              <a:custGeom>
                <a:avLst/>
                <a:gdLst>
                  <a:gd name="textAreaLeft" fmla="*/ -360 w 75240"/>
                  <a:gd name="textAreaRight" fmla="*/ 75240 w 75240"/>
                  <a:gd name="textAreaTop" fmla="*/ 0 h 74160"/>
                  <a:gd name="textAreaBottom" fmla="*/ 74520 h 74160"/>
                </a:gdLst>
                <a:ahLst/>
                <a:cxnLst/>
                <a:rect l="textAreaLeft" t="textAreaTop" r="textAreaRight" b="textAreaBottom"/>
                <a:pathLst>
                  <a:path w="2036" h="2008">
                    <a:moveTo>
                      <a:pt x="1" y="1"/>
                    </a:moveTo>
                    <a:lnTo>
                      <a:pt x="1" y="2008"/>
                    </a:lnTo>
                    <a:lnTo>
                      <a:pt x="2036" y="2008"/>
                    </a:lnTo>
                    <a:lnTo>
                      <a:pt x="2036" y="1"/>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37080" bIns="37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9" name="Google Shape;1747;p59"/>
              <p:cNvSpPr/>
              <p:nvPr/>
            </p:nvSpPr>
            <p:spPr>
              <a:xfrm flipH="1">
                <a:off x="8521560" y="1531440"/>
                <a:ext cx="37800" cy="37800"/>
              </a:xfrm>
              <a:custGeom>
                <a:avLst/>
                <a:gdLst>
                  <a:gd name="textAreaLeft" fmla="*/ -360 w 37800"/>
                  <a:gd name="textAreaRight" fmla="*/ 37800 w 37800"/>
                  <a:gd name="textAreaTop" fmla="*/ 0 h 37800"/>
                  <a:gd name="textAreaBottom" fmla="*/ 38160 h 37800"/>
                </a:gdLst>
                <a:ahLst/>
                <a:cxnLst/>
                <a:rect l="textAreaLeft" t="textAreaTop" r="textAreaRight" b="textAreaBottom"/>
                <a:pathLst>
                  <a:path w="1033" h="1032">
                    <a:moveTo>
                      <a:pt x="1" y="0"/>
                    </a:moveTo>
                    <a:lnTo>
                      <a:pt x="1" y="1032"/>
                    </a:lnTo>
                    <a:lnTo>
                      <a:pt x="1032" y="1032"/>
                    </a:lnTo>
                    <a:lnTo>
                      <a:pt x="1032" y="0"/>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0" name="Google Shape;1748;p59"/>
              <p:cNvSpPr/>
              <p:nvPr/>
            </p:nvSpPr>
            <p:spPr>
              <a:xfrm flipH="1">
                <a:off x="7479720" y="991440"/>
                <a:ext cx="102960" cy="102960"/>
              </a:xfrm>
              <a:custGeom>
                <a:avLst/>
                <a:gdLst>
                  <a:gd name="textAreaLeft" fmla="*/ 360 w 102960"/>
                  <a:gd name="textAreaRight" fmla="*/ 103680 w 102960"/>
                  <a:gd name="textAreaTop" fmla="*/ 0 h 102960"/>
                  <a:gd name="textAreaBottom" fmla="*/ 103320 h 102960"/>
                </a:gdLst>
                <a:ahLst/>
                <a:cxnLst/>
                <a:rect l="textAreaLeft" t="textAreaTop" r="textAreaRight" b="textAreaBottom"/>
                <a:pathLst>
                  <a:path w="2789" h="2789">
                    <a:moveTo>
                      <a:pt x="1" y="1"/>
                    </a:moveTo>
                    <a:lnTo>
                      <a:pt x="1" y="2788"/>
                    </a:lnTo>
                    <a:lnTo>
                      <a:pt x="2788" y="2788"/>
                    </a:lnTo>
                    <a:lnTo>
                      <a:pt x="2788" y="1"/>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51480" bIns="51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1" name="Google Shape;1749;p59"/>
              <p:cNvSpPr/>
              <p:nvPr/>
            </p:nvSpPr>
            <p:spPr>
              <a:xfrm flipH="1">
                <a:off x="7399080" y="1052280"/>
                <a:ext cx="117360" cy="117360"/>
              </a:xfrm>
              <a:custGeom>
                <a:avLst/>
                <a:gdLst>
                  <a:gd name="textAreaLeft" fmla="*/ 360 w 117360"/>
                  <a:gd name="textAreaRight" fmla="*/ 118080 w 117360"/>
                  <a:gd name="textAreaTop" fmla="*/ 0 h 117360"/>
                  <a:gd name="textAreaBottom" fmla="*/ 117720 h 117360"/>
                </a:gdLst>
                <a:ahLst/>
                <a:cxnLst/>
                <a:rect l="textAreaLeft" t="textAreaTop" r="textAreaRight" b="textAreaBottom"/>
                <a:pathLst>
                  <a:path w="3179" h="3179">
                    <a:moveTo>
                      <a:pt x="1" y="0"/>
                    </a:moveTo>
                    <a:lnTo>
                      <a:pt x="1" y="3178"/>
                    </a:lnTo>
                    <a:lnTo>
                      <a:pt x="3179" y="3178"/>
                    </a:lnTo>
                    <a:lnTo>
                      <a:pt x="3179" y="0"/>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58680" bIns="58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2" name="Google Shape;1750;p59"/>
              <p:cNvSpPr/>
              <p:nvPr/>
            </p:nvSpPr>
            <p:spPr>
              <a:xfrm flipH="1">
                <a:off x="7280640" y="1018440"/>
                <a:ext cx="61560" cy="61560"/>
              </a:xfrm>
              <a:custGeom>
                <a:avLst/>
                <a:gdLst>
                  <a:gd name="textAreaLeft" fmla="*/ -360 w 61560"/>
                  <a:gd name="textAreaRight" fmla="*/ 61560 w 61560"/>
                  <a:gd name="textAreaTop" fmla="*/ 0 h 61560"/>
                  <a:gd name="textAreaBottom" fmla="*/ 61920 h 61560"/>
                </a:gdLst>
                <a:ahLst/>
                <a:cxnLst/>
                <a:rect l="textAreaLeft" t="textAreaTop" r="textAreaRight" b="textAreaBottom"/>
                <a:pathLst>
                  <a:path w="1674" h="1673">
                    <a:moveTo>
                      <a:pt x="1" y="0"/>
                    </a:moveTo>
                    <a:lnTo>
                      <a:pt x="1" y="1673"/>
                    </a:lnTo>
                    <a:lnTo>
                      <a:pt x="1673" y="1673"/>
                    </a:lnTo>
                    <a:lnTo>
                      <a:pt x="1673" y="0"/>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30960" bIns="30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3" name="Google Shape;1751;p59"/>
              <p:cNvSpPr/>
              <p:nvPr/>
            </p:nvSpPr>
            <p:spPr>
              <a:xfrm flipH="1">
                <a:off x="7078680" y="1313280"/>
                <a:ext cx="61560" cy="61560"/>
              </a:xfrm>
              <a:custGeom>
                <a:avLst/>
                <a:gdLst>
                  <a:gd name="textAreaLeft" fmla="*/ -360 w 61560"/>
                  <a:gd name="textAreaRight" fmla="*/ 61560 w 61560"/>
                  <a:gd name="textAreaTop" fmla="*/ 0 h 61560"/>
                  <a:gd name="textAreaBottom" fmla="*/ 61920 h 61560"/>
                </a:gdLst>
                <a:ahLst/>
                <a:cxnLst/>
                <a:rect l="textAreaLeft" t="textAreaTop" r="textAreaRight" b="textAreaBottom"/>
                <a:pathLst>
                  <a:path w="1674" h="1673">
                    <a:moveTo>
                      <a:pt x="1" y="0"/>
                    </a:moveTo>
                    <a:lnTo>
                      <a:pt x="1" y="1673"/>
                    </a:lnTo>
                    <a:lnTo>
                      <a:pt x="1673" y="1673"/>
                    </a:lnTo>
                    <a:lnTo>
                      <a:pt x="1673" y="0"/>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30960" bIns="30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4" name="Google Shape;1752;p59"/>
              <p:cNvSpPr/>
              <p:nvPr/>
            </p:nvSpPr>
            <p:spPr>
              <a:xfrm flipH="1">
                <a:off x="8536320" y="3642840"/>
                <a:ext cx="89640" cy="90720"/>
              </a:xfrm>
              <a:custGeom>
                <a:avLst/>
                <a:gdLst>
                  <a:gd name="textAreaLeft" fmla="*/ -360 w 89640"/>
                  <a:gd name="textAreaRight" fmla="*/ 89640 w 89640"/>
                  <a:gd name="textAreaTop" fmla="*/ 0 h 90720"/>
                  <a:gd name="textAreaBottom" fmla="*/ 91080 h 90720"/>
                </a:gdLst>
                <a:ahLst/>
                <a:cxnLst/>
                <a:rect l="textAreaLeft" t="textAreaTop" r="textAreaRight" b="textAreaBottom"/>
                <a:pathLst>
                  <a:path w="2426" h="2454">
                    <a:moveTo>
                      <a:pt x="1" y="0"/>
                    </a:moveTo>
                    <a:lnTo>
                      <a:pt x="1" y="2453"/>
                    </a:lnTo>
                    <a:lnTo>
                      <a:pt x="2426" y="2453"/>
                    </a:lnTo>
                    <a:lnTo>
                      <a:pt x="2426" y="0"/>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45360" bIns="45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5" name="Google Shape;1753;p59"/>
              <p:cNvSpPr/>
              <p:nvPr/>
            </p:nvSpPr>
            <p:spPr>
              <a:xfrm flipH="1">
                <a:off x="8591040" y="3697560"/>
                <a:ext cx="104040" cy="104040"/>
              </a:xfrm>
              <a:custGeom>
                <a:avLst/>
                <a:gdLst>
                  <a:gd name="textAreaLeft" fmla="*/ -360 w 104040"/>
                  <a:gd name="textAreaRight" fmla="*/ 104040 w 104040"/>
                  <a:gd name="textAreaTop" fmla="*/ 0 h 104040"/>
                  <a:gd name="textAreaBottom" fmla="*/ 104400 h 104040"/>
                </a:gdLst>
                <a:ahLst/>
                <a:cxnLst/>
                <a:rect l="textAreaLeft" t="textAreaTop" r="textAreaRight" b="textAreaBottom"/>
                <a:pathLst>
                  <a:path w="2816" h="2817">
                    <a:moveTo>
                      <a:pt x="0" y="1"/>
                    </a:moveTo>
                    <a:lnTo>
                      <a:pt x="0" y="2816"/>
                    </a:lnTo>
                    <a:lnTo>
                      <a:pt x="2816" y="2816"/>
                    </a:lnTo>
                    <a:lnTo>
                      <a:pt x="2816" y="1"/>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52200" bIns="52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6" name="Google Shape;1754;p59"/>
              <p:cNvSpPr/>
              <p:nvPr/>
            </p:nvSpPr>
            <p:spPr>
              <a:xfrm flipH="1">
                <a:off x="8683920" y="3612960"/>
                <a:ext cx="108360" cy="108000"/>
              </a:xfrm>
              <a:custGeom>
                <a:avLst/>
                <a:gdLst>
                  <a:gd name="textAreaLeft" fmla="*/ -360 w 108360"/>
                  <a:gd name="textAreaRight" fmla="*/ 108360 w 108360"/>
                  <a:gd name="textAreaTop" fmla="*/ 0 h 108000"/>
                  <a:gd name="textAreaBottom" fmla="*/ 108360 h 108000"/>
                </a:gdLst>
                <a:ahLst/>
                <a:cxnLst/>
                <a:rect l="textAreaLeft" t="textAreaTop" r="textAreaRight" b="textAreaBottom"/>
                <a:pathLst>
                  <a:path w="2928" h="2927">
                    <a:moveTo>
                      <a:pt x="1" y="0"/>
                    </a:moveTo>
                    <a:lnTo>
                      <a:pt x="1" y="2927"/>
                    </a:lnTo>
                    <a:lnTo>
                      <a:pt x="2928" y="2927"/>
                    </a:lnTo>
                    <a:lnTo>
                      <a:pt x="2928" y="0"/>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54000" bIns="54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7" name="Google Shape;1755;p59"/>
              <p:cNvSpPr/>
              <p:nvPr/>
            </p:nvSpPr>
            <p:spPr>
              <a:xfrm flipH="1">
                <a:off x="8841600" y="3656520"/>
                <a:ext cx="38880" cy="39960"/>
              </a:xfrm>
              <a:custGeom>
                <a:avLst/>
                <a:gdLst>
                  <a:gd name="textAreaLeft" fmla="*/ 360 w 38880"/>
                  <a:gd name="textAreaRight" fmla="*/ 39600 w 38880"/>
                  <a:gd name="textAreaTop" fmla="*/ 0 h 39960"/>
                  <a:gd name="textAreaBottom" fmla="*/ 40320 h 39960"/>
                </a:gdLst>
                <a:ahLst/>
                <a:cxnLst/>
                <a:rect l="textAreaLeft" t="textAreaTop" r="textAreaRight" b="textAreaBottom"/>
                <a:pathLst>
                  <a:path w="1060" h="1088">
                    <a:moveTo>
                      <a:pt x="0" y="1"/>
                    </a:moveTo>
                    <a:lnTo>
                      <a:pt x="0" y="1088"/>
                    </a:lnTo>
                    <a:lnTo>
                      <a:pt x="1060" y="1088"/>
                    </a:lnTo>
                    <a:lnTo>
                      <a:pt x="1060" y="1"/>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8" name="Google Shape;1756;p59"/>
              <p:cNvSpPr/>
              <p:nvPr/>
            </p:nvSpPr>
            <p:spPr>
              <a:xfrm flipH="1">
                <a:off x="8772840" y="3846600"/>
                <a:ext cx="60840" cy="60840"/>
              </a:xfrm>
              <a:custGeom>
                <a:avLst/>
                <a:gdLst>
                  <a:gd name="textAreaLeft" fmla="*/ -360 w 60840"/>
                  <a:gd name="textAreaRight" fmla="*/ 60840 w 60840"/>
                  <a:gd name="textAreaTop" fmla="*/ 0 h 60840"/>
                  <a:gd name="textAreaBottom" fmla="*/ 61200 h 60840"/>
                </a:gdLst>
                <a:ahLst/>
                <a:cxnLst/>
                <a:rect l="textAreaLeft" t="textAreaTop" r="textAreaRight" b="textAreaBottom"/>
                <a:pathLst>
                  <a:path w="1646" h="1646">
                    <a:moveTo>
                      <a:pt x="1" y="1"/>
                    </a:moveTo>
                    <a:lnTo>
                      <a:pt x="1" y="1645"/>
                    </a:lnTo>
                    <a:lnTo>
                      <a:pt x="1645" y="1645"/>
                    </a:lnTo>
                    <a:lnTo>
                      <a:pt x="1645" y="1"/>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30600" bIns="30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9" name="Google Shape;1757;p59"/>
              <p:cNvSpPr/>
              <p:nvPr/>
            </p:nvSpPr>
            <p:spPr>
              <a:xfrm flipH="1">
                <a:off x="8126640" y="1551240"/>
                <a:ext cx="62640" cy="62640"/>
              </a:xfrm>
              <a:custGeom>
                <a:avLst/>
                <a:gdLst>
                  <a:gd name="textAreaLeft" fmla="*/ 360 w 62640"/>
                  <a:gd name="textAreaRight" fmla="*/ 63360 w 62640"/>
                  <a:gd name="textAreaTop" fmla="*/ 0 h 62640"/>
                  <a:gd name="textAreaBottom" fmla="*/ 63000 h 62640"/>
                </a:gdLst>
                <a:ahLst/>
                <a:cxnLst/>
                <a:rect l="textAreaLeft" t="textAreaTop" r="textAreaRight" b="textAreaBottom"/>
                <a:pathLst>
                  <a:path w="1701" h="1701">
                    <a:moveTo>
                      <a:pt x="0" y="0"/>
                    </a:moveTo>
                    <a:lnTo>
                      <a:pt x="0" y="1700"/>
                    </a:lnTo>
                    <a:lnTo>
                      <a:pt x="1700" y="1700"/>
                    </a:lnTo>
                    <a:lnTo>
                      <a:pt x="1700" y="0"/>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0" name="Google Shape;1758;p59"/>
              <p:cNvSpPr/>
              <p:nvPr/>
            </p:nvSpPr>
            <p:spPr>
              <a:xfrm flipH="1">
                <a:off x="5668200" y="1684440"/>
                <a:ext cx="113400" cy="113400"/>
              </a:xfrm>
              <a:custGeom>
                <a:avLst/>
                <a:gdLst>
                  <a:gd name="textAreaLeft" fmla="*/ -360 w 113400"/>
                  <a:gd name="textAreaRight" fmla="*/ 113400 w 113400"/>
                  <a:gd name="textAreaTop" fmla="*/ 0 h 113400"/>
                  <a:gd name="textAreaBottom" fmla="*/ 113760 h 113400"/>
                </a:gdLst>
                <a:ahLst/>
                <a:cxnLst/>
                <a:rect l="textAreaLeft" t="textAreaTop" r="textAreaRight" b="textAreaBottom"/>
                <a:pathLst>
                  <a:path w="3067" h="3067">
                    <a:moveTo>
                      <a:pt x="1" y="0"/>
                    </a:moveTo>
                    <a:lnTo>
                      <a:pt x="1" y="3066"/>
                    </a:lnTo>
                    <a:lnTo>
                      <a:pt x="3067" y="3066"/>
                    </a:lnTo>
                    <a:lnTo>
                      <a:pt x="3067" y="0"/>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56880" bIns="56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1" name="Google Shape;1759;p59"/>
              <p:cNvSpPr/>
              <p:nvPr/>
            </p:nvSpPr>
            <p:spPr>
              <a:xfrm flipH="1">
                <a:off x="5736240" y="1752480"/>
                <a:ext cx="77040" cy="77040"/>
              </a:xfrm>
              <a:custGeom>
                <a:avLst/>
                <a:gdLst>
                  <a:gd name="textAreaLeft" fmla="*/ 360 w 77040"/>
                  <a:gd name="textAreaRight" fmla="*/ 77760 w 77040"/>
                  <a:gd name="textAreaTop" fmla="*/ 0 h 77040"/>
                  <a:gd name="textAreaBottom" fmla="*/ 77400 h 77040"/>
                </a:gdLst>
                <a:ahLst/>
                <a:cxnLst/>
                <a:rect l="textAreaLeft" t="textAreaTop" r="textAreaRight" b="textAreaBottom"/>
                <a:pathLst>
                  <a:path w="2092" h="2092">
                    <a:moveTo>
                      <a:pt x="0" y="1"/>
                    </a:moveTo>
                    <a:lnTo>
                      <a:pt x="0" y="2092"/>
                    </a:lnTo>
                    <a:lnTo>
                      <a:pt x="2091" y="2092"/>
                    </a:lnTo>
                    <a:lnTo>
                      <a:pt x="2091" y="1"/>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38520" bIns="38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2" name="Google Shape;1760;p59"/>
              <p:cNvSpPr/>
              <p:nvPr/>
            </p:nvSpPr>
            <p:spPr>
              <a:xfrm flipH="1">
                <a:off x="6239520" y="4035600"/>
                <a:ext cx="102960" cy="102960"/>
              </a:xfrm>
              <a:custGeom>
                <a:avLst/>
                <a:gdLst>
                  <a:gd name="textAreaLeft" fmla="*/ 360 w 102960"/>
                  <a:gd name="textAreaRight" fmla="*/ 103680 w 102960"/>
                  <a:gd name="textAreaTop" fmla="*/ 0 h 102960"/>
                  <a:gd name="textAreaBottom" fmla="*/ 103320 h 102960"/>
                </a:gdLst>
                <a:ahLst/>
                <a:cxnLst/>
                <a:rect l="textAreaLeft" t="textAreaTop" r="textAreaRight" b="textAreaBottom"/>
                <a:pathLst>
                  <a:path w="2788" h="2789">
                    <a:moveTo>
                      <a:pt x="0" y="1"/>
                    </a:moveTo>
                    <a:lnTo>
                      <a:pt x="0" y="2789"/>
                    </a:lnTo>
                    <a:lnTo>
                      <a:pt x="2788" y="2789"/>
                    </a:lnTo>
                    <a:lnTo>
                      <a:pt x="2788" y="1"/>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51480" bIns="51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3" name="Google Shape;1761;p59"/>
              <p:cNvSpPr/>
              <p:nvPr/>
            </p:nvSpPr>
            <p:spPr>
              <a:xfrm flipH="1">
                <a:off x="6438240" y="4150440"/>
                <a:ext cx="42120" cy="42120"/>
              </a:xfrm>
              <a:custGeom>
                <a:avLst/>
                <a:gdLst>
                  <a:gd name="textAreaLeft" fmla="*/ -360 w 42120"/>
                  <a:gd name="textAreaRight" fmla="*/ 42120 w 42120"/>
                  <a:gd name="textAreaTop" fmla="*/ 0 h 42120"/>
                  <a:gd name="textAreaBottom" fmla="*/ 42480 h 42120"/>
                </a:gdLst>
                <a:ahLst/>
                <a:cxnLst/>
                <a:rect l="textAreaLeft" t="textAreaTop" r="textAreaRight" b="textAreaBottom"/>
                <a:pathLst>
                  <a:path w="1144" h="1144">
                    <a:moveTo>
                      <a:pt x="1" y="0"/>
                    </a:moveTo>
                    <a:lnTo>
                      <a:pt x="1" y="1143"/>
                    </a:lnTo>
                    <a:lnTo>
                      <a:pt x="1144" y="1143"/>
                    </a:lnTo>
                    <a:lnTo>
                      <a:pt x="1144" y="0"/>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4" name="Google Shape;1762;p59"/>
              <p:cNvSpPr/>
              <p:nvPr/>
            </p:nvSpPr>
            <p:spPr>
              <a:xfrm flipH="1">
                <a:off x="6464880" y="3909600"/>
                <a:ext cx="77040" cy="77040"/>
              </a:xfrm>
              <a:custGeom>
                <a:avLst/>
                <a:gdLst>
                  <a:gd name="textAreaLeft" fmla="*/ 360 w 77040"/>
                  <a:gd name="textAreaRight" fmla="*/ 77760 w 77040"/>
                  <a:gd name="textAreaTop" fmla="*/ 0 h 77040"/>
                  <a:gd name="textAreaBottom" fmla="*/ 77400 h 77040"/>
                </a:gdLst>
                <a:ahLst/>
                <a:cxnLst/>
                <a:rect l="textAreaLeft" t="textAreaTop" r="textAreaRight" b="textAreaBottom"/>
                <a:pathLst>
                  <a:path w="2091" h="2091">
                    <a:moveTo>
                      <a:pt x="0" y="0"/>
                    </a:moveTo>
                    <a:lnTo>
                      <a:pt x="0" y="2091"/>
                    </a:lnTo>
                    <a:lnTo>
                      <a:pt x="2091" y="2091"/>
                    </a:lnTo>
                    <a:lnTo>
                      <a:pt x="2091" y="0"/>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38520" bIns="38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5" name="Google Shape;1763;p59"/>
              <p:cNvSpPr/>
              <p:nvPr/>
            </p:nvSpPr>
            <p:spPr>
              <a:xfrm flipH="1">
                <a:off x="6521040" y="3967560"/>
                <a:ext cx="61560" cy="61560"/>
              </a:xfrm>
              <a:custGeom>
                <a:avLst/>
                <a:gdLst>
                  <a:gd name="textAreaLeft" fmla="*/ -360 w 61560"/>
                  <a:gd name="textAreaRight" fmla="*/ 61560 w 61560"/>
                  <a:gd name="textAreaTop" fmla="*/ 0 h 61560"/>
                  <a:gd name="textAreaBottom" fmla="*/ 61920 h 61560"/>
                </a:gdLst>
                <a:ahLst/>
                <a:cxnLst/>
                <a:rect l="textAreaLeft" t="textAreaTop" r="textAreaRight" b="textAreaBottom"/>
                <a:pathLst>
                  <a:path w="1673" h="1673">
                    <a:moveTo>
                      <a:pt x="0" y="0"/>
                    </a:moveTo>
                    <a:lnTo>
                      <a:pt x="0" y="1673"/>
                    </a:lnTo>
                    <a:lnTo>
                      <a:pt x="1673" y="1673"/>
                    </a:lnTo>
                    <a:lnTo>
                      <a:pt x="1673" y="0"/>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30960" bIns="30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6" name="Google Shape;1764;p59"/>
              <p:cNvSpPr/>
              <p:nvPr/>
            </p:nvSpPr>
            <p:spPr>
              <a:xfrm flipH="1">
                <a:off x="6606720" y="3915720"/>
                <a:ext cx="39960" cy="39960"/>
              </a:xfrm>
              <a:custGeom>
                <a:avLst/>
                <a:gdLst>
                  <a:gd name="textAreaLeft" fmla="*/ -360 w 39960"/>
                  <a:gd name="textAreaRight" fmla="*/ 39960 w 39960"/>
                  <a:gd name="textAreaTop" fmla="*/ 0 h 39960"/>
                  <a:gd name="textAreaBottom" fmla="*/ 40320 h 39960"/>
                </a:gdLst>
                <a:ahLst/>
                <a:cxnLst/>
                <a:rect l="textAreaLeft" t="textAreaTop" r="textAreaRight" b="textAreaBottom"/>
                <a:pathLst>
                  <a:path w="1088" h="1088">
                    <a:moveTo>
                      <a:pt x="0" y="0"/>
                    </a:moveTo>
                    <a:lnTo>
                      <a:pt x="0" y="1088"/>
                    </a:lnTo>
                    <a:lnTo>
                      <a:pt x="1087" y="1088"/>
                    </a:lnTo>
                    <a:lnTo>
                      <a:pt x="1087" y="0"/>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7" name="Google Shape;1765;p59"/>
              <p:cNvSpPr/>
              <p:nvPr/>
            </p:nvSpPr>
            <p:spPr>
              <a:xfrm flipH="1">
                <a:off x="6431040" y="3863160"/>
                <a:ext cx="25560" cy="25560"/>
              </a:xfrm>
              <a:custGeom>
                <a:avLst/>
                <a:gdLst>
                  <a:gd name="textAreaLeft" fmla="*/ -360 w 25560"/>
                  <a:gd name="textAreaRight" fmla="*/ 25560 w 25560"/>
                  <a:gd name="textAreaTop" fmla="*/ 0 h 25560"/>
                  <a:gd name="textAreaBottom" fmla="*/ 25920 h 25560"/>
                </a:gdLst>
                <a:ahLst/>
                <a:cxnLst/>
                <a:rect l="textAreaLeft" t="textAreaTop" r="textAreaRight" b="textAreaBottom"/>
                <a:pathLst>
                  <a:path w="697" h="698">
                    <a:moveTo>
                      <a:pt x="0" y="1"/>
                    </a:moveTo>
                    <a:lnTo>
                      <a:pt x="0" y="698"/>
                    </a:lnTo>
                    <a:lnTo>
                      <a:pt x="697" y="698"/>
                    </a:lnTo>
                    <a:lnTo>
                      <a:pt x="697" y="1"/>
                    </a:lnTo>
                    <a:close/>
                  </a:path>
                </a:pathLst>
              </a:custGeom>
              <a:solidFill>
                <a:srgbClr val="FFFFFF">
                  <a:alpha val="31000"/>
                </a:srgbClr>
              </a:solidFill>
              <a:ln w="0">
                <a:noFill/>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
</file>

<file path=ppt/theme/theme1.xml><?xml version="1.0" encoding="utf-8"?>
<a:theme xmlns:a="http://schemas.openxmlformats.org/drawingml/2006/main" name="Virtual Metaverse Project Proposal by Slidesgo">
  <a:themeElements>
    <a:clrScheme name="Simple Light">
      <a:dk1>
        <a:srgbClr val="FFFFFF"/>
      </a:dk1>
      <a:lt1>
        <a:srgbClr val="0D092A"/>
      </a:lt1>
      <a:dk2>
        <a:srgbClr val="3333B8"/>
      </a:dk2>
      <a:lt2>
        <a:srgbClr val="35CFDB"/>
      </a:lt2>
      <a:accent1>
        <a:srgbClr val="92F7FF"/>
      </a:accent1>
      <a:accent2>
        <a:srgbClr val="3F3FD8"/>
      </a:accent2>
      <a:accent3>
        <a:srgbClr val="A6ABFF"/>
      </a:accent3>
      <a:accent4>
        <a:srgbClr val="0F89A5"/>
      </a:accent4>
      <a:accent5>
        <a:srgbClr val="EDDEFF"/>
      </a:accent5>
      <a:accent6>
        <a:srgbClr val="09066A"/>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(16:9)</PresentationFormat>
  <Slides>12</Slides>
  <Notes>0</Notes>
  <HiddenSlides>0</HiddenSlides>
  <ScaleCrop>false</ScaleCrop>
  <HeadingPairs>
    <vt:vector size="4" baseType="variant">
      <vt:variant>
        <vt:lpstr>Theme</vt:lpstr>
      </vt:variant>
      <vt:variant>
        <vt:i4>2</vt:i4>
      </vt:variant>
      <vt:variant>
        <vt:lpstr>Slide Titles</vt:lpstr>
      </vt:variant>
      <vt:variant>
        <vt:i4>12</vt:i4>
      </vt:variant>
    </vt:vector>
  </HeadingPairs>
  <TitlesOfParts>
    <vt:vector size="14" baseType="lpstr">
      <vt:lpstr>Virtual Metaverse Project Proposal by Slidesgo</vt:lpstr>
      <vt:lpstr>Slidesgo Final Pages</vt:lpstr>
      <vt:lpstr>  Ethical AI </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Conclusions</vt:lpstr>
      <vt:lpstr>Thank you!</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Ethical AI </dc:title>
  <cp:lastModifiedBy>KEERTHANA S</cp:lastModifiedBy>
  <cp:revision>3</cp:revision>
  <dcterms:modified xsi:type="dcterms:W3CDTF">2026-03-06T05:52:07Z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2026-03-05T16:11:10Z</dcterms:created>
  <dc:creator>Unknown Creator</dc:creator>
  <dc:description/>
  <dc:language>en-US</dc:language>
  <cp:lastModifiedBy>Unknown Creator</cp:lastModifiedBy>
  <dcterms:modified xsi:type="dcterms:W3CDTF">2026-03-05T16:11:10Z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